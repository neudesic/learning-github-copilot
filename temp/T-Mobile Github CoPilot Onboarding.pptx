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0" r:id="rId2"/>
    <p:sldId id="294" r:id="rId3"/>
    <p:sldId id="315" r:id="rId4"/>
    <p:sldId id="2147481167" r:id="rId5"/>
    <p:sldId id="316" r:id="rId6"/>
    <p:sldId id="317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87"/>
    <a:srgbClr val="F4F9FB"/>
    <a:srgbClr val="CFD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E08C3F-2F1C-CB48-B26E-16FE097AD1FF}" v="88" dt="2025-06-06T22:51:28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3"/>
    <p:restoredTop sz="94658"/>
  </p:normalViewPr>
  <p:slideViewPr>
    <p:cSldViewPr snapToGrid="0">
      <p:cViewPr>
        <p:scale>
          <a:sx n="90" d="100"/>
          <a:sy n="90" d="100"/>
        </p:scale>
        <p:origin x="92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gan Clark" userId="60e76299-941b-48fe-9910-607ce18eff76" providerId="ADAL" clId="{C9E08C3F-2F1C-CB48-B26E-16FE097AD1FF}"/>
    <pc:docChg chg="undo custSel addSld delSld modSld sldOrd modMainMaster">
      <pc:chgData name="Morgan Clark" userId="60e76299-941b-48fe-9910-607ce18eff76" providerId="ADAL" clId="{C9E08C3F-2F1C-CB48-B26E-16FE097AD1FF}" dt="2025-06-06T22:58:46.673" v="819" actId="1076"/>
      <pc:docMkLst>
        <pc:docMk/>
      </pc:docMkLst>
      <pc:sldChg chg="del">
        <pc:chgData name="Morgan Clark" userId="60e76299-941b-48fe-9910-607ce18eff76" providerId="ADAL" clId="{C9E08C3F-2F1C-CB48-B26E-16FE097AD1FF}" dt="2025-06-05T22:25:27.432" v="81" actId="2696"/>
        <pc:sldMkLst>
          <pc:docMk/>
          <pc:sldMk cId="3609210488" sldId="260"/>
        </pc:sldMkLst>
      </pc:sldChg>
      <pc:sldChg chg="delSp modSp add del mod">
        <pc:chgData name="Morgan Clark" userId="60e76299-941b-48fe-9910-607ce18eff76" providerId="ADAL" clId="{C9E08C3F-2F1C-CB48-B26E-16FE097AD1FF}" dt="2025-06-06T21:59:06.993" v="316" actId="2696"/>
        <pc:sldMkLst>
          <pc:docMk/>
          <pc:sldMk cId="1270940215" sldId="275"/>
        </pc:sldMkLst>
        <pc:spChg chg="mod">
          <ac:chgData name="Morgan Clark" userId="60e76299-941b-48fe-9910-607ce18eff76" providerId="ADAL" clId="{C9E08C3F-2F1C-CB48-B26E-16FE097AD1FF}" dt="2025-06-06T21:56:47.466" v="310" actId="12"/>
          <ac:spMkLst>
            <pc:docMk/>
            <pc:sldMk cId="1270940215" sldId="275"/>
            <ac:spMk id="50" creationId="{5BABD543-D67D-4C90-D2AA-E1C59350A962}"/>
          </ac:spMkLst>
        </pc:spChg>
        <pc:spChg chg="del">
          <ac:chgData name="Morgan Clark" userId="60e76299-941b-48fe-9910-607ce18eff76" providerId="ADAL" clId="{C9E08C3F-2F1C-CB48-B26E-16FE097AD1FF}" dt="2025-06-06T21:56:50.885" v="311" actId="478"/>
          <ac:spMkLst>
            <pc:docMk/>
            <pc:sldMk cId="1270940215" sldId="275"/>
            <ac:spMk id="53" creationId="{C1637E24-F013-70E8-F89E-E3CCC888CFF2}"/>
          </ac:spMkLst>
        </pc:spChg>
        <pc:spChg chg="del">
          <ac:chgData name="Morgan Clark" userId="60e76299-941b-48fe-9910-607ce18eff76" providerId="ADAL" clId="{C9E08C3F-2F1C-CB48-B26E-16FE097AD1FF}" dt="2025-06-06T21:57:00.490" v="313" actId="478"/>
          <ac:spMkLst>
            <pc:docMk/>
            <pc:sldMk cId="1270940215" sldId="275"/>
            <ac:spMk id="54" creationId="{371E4805-5A04-60D4-0068-D4406AD123E9}"/>
          </ac:spMkLst>
        </pc:spChg>
        <pc:spChg chg="del">
          <ac:chgData name="Morgan Clark" userId="60e76299-941b-48fe-9910-607ce18eff76" providerId="ADAL" clId="{C9E08C3F-2F1C-CB48-B26E-16FE097AD1FF}" dt="2025-06-06T21:56:50.885" v="311" actId="478"/>
          <ac:spMkLst>
            <pc:docMk/>
            <pc:sldMk cId="1270940215" sldId="275"/>
            <ac:spMk id="57" creationId="{338CA121-7498-EA60-9C87-1EE9D6462F2E}"/>
          </ac:spMkLst>
        </pc:spChg>
        <pc:spChg chg="del">
          <ac:chgData name="Morgan Clark" userId="60e76299-941b-48fe-9910-607ce18eff76" providerId="ADAL" clId="{C9E08C3F-2F1C-CB48-B26E-16FE097AD1FF}" dt="2025-06-06T21:57:00.490" v="313" actId="478"/>
          <ac:spMkLst>
            <pc:docMk/>
            <pc:sldMk cId="1270940215" sldId="275"/>
            <ac:spMk id="58" creationId="{0D86A42E-BD20-E5B3-FAEF-451C72612253}"/>
          </ac:spMkLst>
        </pc:spChg>
        <pc:spChg chg="del">
          <ac:chgData name="Morgan Clark" userId="60e76299-941b-48fe-9910-607ce18eff76" providerId="ADAL" clId="{C9E08C3F-2F1C-CB48-B26E-16FE097AD1FF}" dt="2025-06-06T21:57:00.490" v="313" actId="478"/>
          <ac:spMkLst>
            <pc:docMk/>
            <pc:sldMk cId="1270940215" sldId="275"/>
            <ac:spMk id="62" creationId="{DA7612F8-82F1-8C41-CAC7-508085687442}"/>
          </ac:spMkLst>
        </pc:spChg>
        <pc:spChg chg="del">
          <ac:chgData name="Morgan Clark" userId="60e76299-941b-48fe-9910-607ce18eff76" providerId="ADAL" clId="{C9E08C3F-2F1C-CB48-B26E-16FE097AD1FF}" dt="2025-06-06T21:56:50.885" v="311" actId="478"/>
          <ac:spMkLst>
            <pc:docMk/>
            <pc:sldMk cId="1270940215" sldId="275"/>
            <ac:spMk id="513" creationId="{B5F2484E-55B4-6B2F-7C87-E7D7074E8889}"/>
          </ac:spMkLst>
        </pc:spChg>
        <pc:spChg chg="del">
          <ac:chgData name="Morgan Clark" userId="60e76299-941b-48fe-9910-607ce18eff76" providerId="ADAL" clId="{C9E08C3F-2F1C-CB48-B26E-16FE097AD1FF}" dt="2025-06-06T21:56:53.781" v="312" actId="478"/>
          <ac:spMkLst>
            <pc:docMk/>
            <pc:sldMk cId="1270940215" sldId="275"/>
            <ac:spMk id="514" creationId="{4A4C0627-EC1C-CB07-ED24-96C1D5DEF3BC}"/>
          </ac:spMkLst>
        </pc:spChg>
        <pc:spChg chg="del">
          <ac:chgData name="Morgan Clark" userId="60e76299-941b-48fe-9910-607ce18eff76" providerId="ADAL" clId="{C9E08C3F-2F1C-CB48-B26E-16FE097AD1FF}" dt="2025-06-06T21:56:50.885" v="311" actId="478"/>
          <ac:spMkLst>
            <pc:docMk/>
            <pc:sldMk cId="1270940215" sldId="275"/>
            <ac:spMk id="516" creationId="{8E9D4351-203A-BF41-3A9D-9F3A07E96B73}"/>
          </ac:spMkLst>
        </pc:spChg>
        <pc:spChg chg="del">
          <ac:chgData name="Morgan Clark" userId="60e76299-941b-48fe-9910-607ce18eff76" providerId="ADAL" clId="{C9E08C3F-2F1C-CB48-B26E-16FE097AD1FF}" dt="2025-06-06T21:56:50.885" v="311" actId="478"/>
          <ac:spMkLst>
            <pc:docMk/>
            <pc:sldMk cId="1270940215" sldId="275"/>
            <ac:spMk id="519" creationId="{0F0283C2-FF0B-33E7-460F-77BF12FD1762}"/>
          </ac:spMkLst>
        </pc:spChg>
        <pc:spChg chg="del">
          <ac:chgData name="Morgan Clark" userId="60e76299-941b-48fe-9910-607ce18eff76" providerId="ADAL" clId="{C9E08C3F-2F1C-CB48-B26E-16FE097AD1FF}" dt="2025-06-06T21:56:50.885" v="311" actId="478"/>
          <ac:spMkLst>
            <pc:docMk/>
            <pc:sldMk cId="1270940215" sldId="275"/>
            <ac:spMk id="522" creationId="{765D3121-EBD8-3AFC-18B4-68D774B96B2A}"/>
          </ac:spMkLst>
        </pc:spChg>
        <pc:spChg chg="del">
          <ac:chgData name="Morgan Clark" userId="60e76299-941b-48fe-9910-607ce18eff76" providerId="ADAL" clId="{C9E08C3F-2F1C-CB48-B26E-16FE097AD1FF}" dt="2025-06-06T21:56:50.885" v="311" actId="478"/>
          <ac:spMkLst>
            <pc:docMk/>
            <pc:sldMk cId="1270940215" sldId="275"/>
            <ac:spMk id="525" creationId="{B34F8377-1335-A365-2676-4D6DF6509FF3}"/>
          </ac:spMkLst>
        </pc:spChg>
        <pc:spChg chg="del">
          <ac:chgData name="Morgan Clark" userId="60e76299-941b-48fe-9910-607ce18eff76" providerId="ADAL" clId="{C9E08C3F-2F1C-CB48-B26E-16FE097AD1FF}" dt="2025-06-06T21:56:50.885" v="311" actId="478"/>
          <ac:spMkLst>
            <pc:docMk/>
            <pc:sldMk cId="1270940215" sldId="275"/>
            <ac:spMk id="528" creationId="{2DFFC025-10FA-BC13-E9A6-30E41C347ECE}"/>
          </ac:spMkLst>
        </pc:spChg>
        <pc:spChg chg="del">
          <ac:chgData name="Morgan Clark" userId="60e76299-941b-48fe-9910-607ce18eff76" providerId="ADAL" clId="{C9E08C3F-2F1C-CB48-B26E-16FE097AD1FF}" dt="2025-06-06T21:56:50.885" v="311" actId="478"/>
          <ac:spMkLst>
            <pc:docMk/>
            <pc:sldMk cId="1270940215" sldId="275"/>
            <ac:spMk id="533" creationId="{87C1B9A0-0809-5AA0-8427-805B506BC14D}"/>
          </ac:spMkLst>
        </pc:spChg>
        <pc:spChg chg="del">
          <ac:chgData name="Morgan Clark" userId="60e76299-941b-48fe-9910-607ce18eff76" providerId="ADAL" clId="{C9E08C3F-2F1C-CB48-B26E-16FE097AD1FF}" dt="2025-06-06T21:56:50.885" v="311" actId="478"/>
          <ac:spMkLst>
            <pc:docMk/>
            <pc:sldMk cId="1270940215" sldId="275"/>
            <ac:spMk id="536" creationId="{C49B2665-F947-5AEB-DBFF-1598815D1235}"/>
          </ac:spMkLst>
        </pc:spChg>
        <pc:spChg chg="del">
          <ac:chgData name="Morgan Clark" userId="60e76299-941b-48fe-9910-607ce18eff76" providerId="ADAL" clId="{C9E08C3F-2F1C-CB48-B26E-16FE097AD1FF}" dt="2025-06-06T21:57:00.490" v="313" actId="478"/>
          <ac:spMkLst>
            <pc:docMk/>
            <pc:sldMk cId="1270940215" sldId="275"/>
            <ac:spMk id="538" creationId="{BD875B9E-3B7A-65C0-AC8D-8BFB206168CD}"/>
          </ac:spMkLst>
        </pc:spChg>
      </pc:sldChg>
      <pc:sldChg chg="add">
        <pc:chgData name="Morgan Clark" userId="60e76299-941b-48fe-9910-607ce18eff76" providerId="ADAL" clId="{C9E08C3F-2F1C-CB48-B26E-16FE097AD1FF}" dt="2025-06-05T22:57:01.415" v="302"/>
        <pc:sldMkLst>
          <pc:docMk/>
          <pc:sldMk cId="3189407449" sldId="286"/>
        </pc:sldMkLst>
      </pc:sldChg>
      <pc:sldChg chg="addSp delSp mod">
        <pc:chgData name="Morgan Clark" userId="60e76299-941b-48fe-9910-607ce18eff76" providerId="ADAL" clId="{C9E08C3F-2F1C-CB48-B26E-16FE097AD1FF}" dt="2025-06-06T22:07:44.120" v="338" actId="478"/>
        <pc:sldMkLst>
          <pc:docMk/>
          <pc:sldMk cId="1632355725" sldId="294"/>
        </pc:sldMkLst>
        <pc:spChg chg="add del">
          <ac:chgData name="Morgan Clark" userId="60e76299-941b-48fe-9910-607ce18eff76" providerId="ADAL" clId="{C9E08C3F-2F1C-CB48-B26E-16FE097AD1FF}" dt="2025-06-06T22:07:44.120" v="338" actId="478"/>
          <ac:spMkLst>
            <pc:docMk/>
            <pc:sldMk cId="1632355725" sldId="294"/>
            <ac:spMk id="2" creationId="{3869A033-90C2-A080-2DD4-B6F34EB1A73D}"/>
          </ac:spMkLst>
        </pc:spChg>
      </pc:sldChg>
      <pc:sldChg chg="del">
        <pc:chgData name="Morgan Clark" userId="60e76299-941b-48fe-9910-607ce18eff76" providerId="ADAL" clId="{C9E08C3F-2F1C-CB48-B26E-16FE097AD1FF}" dt="2025-06-05T22:25:22.002" v="80" actId="2696"/>
        <pc:sldMkLst>
          <pc:docMk/>
          <pc:sldMk cId="2607809278" sldId="299"/>
        </pc:sldMkLst>
      </pc:sldChg>
      <pc:sldChg chg="addSp delSp modSp add del mod ord">
        <pc:chgData name="Morgan Clark" userId="60e76299-941b-48fe-9910-607ce18eff76" providerId="ADAL" clId="{C9E08C3F-2F1C-CB48-B26E-16FE097AD1FF}" dt="2025-06-06T22:27:29.633" v="541" actId="2696"/>
        <pc:sldMkLst>
          <pc:docMk/>
          <pc:sldMk cId="2967983263" sldId="314"/>
        </pc:sldMkLst>
        <pc:spChg chg="add del mod">
          <ac:chgData name="Morgan Clark" userId="60e76299-941b-48fe-9910-607ce18eff76" providerId="ADAL" clId="{C9E08C3F-2F1C-CB48-B26E-16FE097AD1FF}" dt="2025-06-06T22:07:45.231" v="342" actId="478"/>
          <ac:spMkLst>
            <pc:docMk/>
            <pc:sldMk cId="2967983263" sldId="314"/>
            <ac:spMk id="2" creationId="{9E248501-BE82-12CA-61A1-3A15934EE774}"/>
          </ac:spMkLst>
        </pc:spChg>
        <pc:spChg chg="add del mod">
          <ac:chgData name="Morgan Clark" userId="60e76299-941b-48fe-9910-607ce18eff76" providerId="ADAL" clId="{C9E08C3F-2F1C-CB48-B26E-16FE097AD1FF}" dt="2025-06-06T22:07:45.027" v="341" actId="21"/>
          <ac:spMkLst>
            <pc:docMk/>
            <pc:sldMk cId="2967983263" sldId="314"/>
            <ac:spMk id="4" creationId="{66F71F66-6EB2-0169-F2C6-3F70A645C7BE}"/>
          </ac:spMkLst>
        </pc:spChg>
        <pc:spChg chg="add del mod">
          <ac:chgData name="Morgan Clark" userId="60e76299-941b-48fe-9910-607ce18eff76" providerId="ADAL" clId="{C9E08C3F-2F1C-CB48-B26E-16FE097AD1FF}" dt="2025-06-06T22:07:45.027" v="341" actId="21"/>
          <ac:spMkLst>
            <pc:docMk/>
            <pc:sldMk cId="2967983263" sldId="314"/>
            <ac:spMk id="5" creationId="{D6747198-4CC1-B106-1933-A04C61F62FCD}"/>
          </ac:spMkLst>
        </pc:spChg>
        <pc:spChg chg="mod">
          <ac:chgData name="Morgan Clark" userId="60e76299-941b-48fe-9910-607ce18eff76" providerId="ADAL" clId="{C9E08C3F-2F1C-CB48-B26E-16FE097AD1FF}" dt="2025-06-05T22:54:12.080" v="296" actId="1036"/>
          <ac:spMkLst>
            <pc:docMk/>
            <pc:sldMk cId="2967983263" sldId="314"/>
            <ac:spMk id="6" creationId="{1C2E9B09-0186-F3CC-7F27-5CAC13148C19}"/>
          </ac:spMkLst>
        </pc:spChg>
        <pc:spChg chg="add del mod">
          <ac:chgData name="Morgan Clark" userId="60e76299-941b-48fe-9910-607ce18eff76" providerId="ADAL" clId="{C9E08C3F-2F1C-CB48-B26E-16FE097AD1FF}" dt="2025-06-06T22:07:45.027" v="341" actId="21"/>
          <ac:spMkLst>
            <pc:docMk/>
            <pc:sldMk cId="2967983263" sldId="314"/>
            <ac:spMk id="7" creationId="{E6C61329-45EB-C55A-2536-DD4498FDE411}"/>
          </ac:spMkLst>
        </pc:spChg>
        <pc:spChg chg="mod">
          <ac:chgData name="Morgan Clark" userId="60e76299-941b-48fe-9910-607ce18eff76" providerId="ADAL" clId="{C9E08C3F-2F1C-CB48-B26E-16FE097AD1FF}" dt="2025-06-05T22:52:06.789" v="256"/>
          <ac:spMkLst>
            <pc:docMk/>
            <pc:sldMk cId="2967983263" sldId="314"/>
            <ac:spMk id="8" creationId="{4B217639-EC68-094A-C2C0-50066268CAFE}"/>
          </ac:spMkLst>
        </pc:spChg>
        <pc:spChg chg="add del mod">
          <ac:chgData name="Morgan Clark" userId="60e76299-941b-48fe-9910-607ce18eff76" providerId="ADAL" clId="{C9E08C3F-2F1C-CB48-B26E-16FE097AD1FF}" dt="2025-06-06T22:07:45.027" v="341" actId="21"/>
          <ac:spMkLst>
            <pc:docMk/>
            <pc:sldMk cId="2967983263" sldId="314"/>
            <ac:spMk id="9" creationId="{CC5B36CA-025F-50E5-B26A-A859AED911A8}"/>
          </ac:spMkLst>
        </pc:spChg>
        <pc:spChg chg="mod">
          <ac:chgData name="Morgan Clark" userId="60e76299-941b-48fe-9910-607ce18eff76" providerId="ADAL" clId="{C9E08C3F-2F1C-CB48-B26E-16FE097AD1FF}" dt="2025-06-05T22:54:53.066" v="299" actId="1076"/>
          <ac:spMkLst>
            <pc:docMk/>
            <pc:sldMk cId="2967983263" sldId="314"/>
            <ac:spMk id="10" creationId="{256AF0EA-2590-C0EF-DA38-E3026EDDB4F2}"/>
          </ac:spMkLst>
        </pc:spChg>
        <pc:spChg chg="add del mod">
          <ac:chgData name="Morgan Clark" userId="60e76299-941b-48fe-9910-607ce18eff76" providerId="ADAL" clId="{C9E08C3F-2F1C-CB48-B26E-16FE097AD1FF}" dt="2025-06-06T22:07:45.027" v="341" actId="21"/>
          <ac:spMkLst>
            <pc:docMk/>
            <pc:sldMk cId="2967983263" sldId="314"/>
            <ac:spMk id="11" creationId="{489B4B58-398A-270D-1787-50B0A77BB406}"/>
          </ac:spMkLst>
        </pc:spChg>
        <pc:spChg chg="mod">
          <ac:chgData name="Morgan Clark" userId="60e76299-941b-48fe-9910-607ce18eff76" providerId="ADAL" clId="{C9E08C3F-2F1C-CB48-B26E-16FE097AD1FF}" dt="2025-06-05T22:52:43.665" v="264"/>
          <ac:spMkLst>
            <pc:docMk/>
            <pc:sldMk cId="2967983263" sldId="314"/>
            <ac:spMk id="12" creationId="{C667AA38-D75A-68D5-862F-EAA5E1D1C41C}"/>
          </ac:spMkLst>
        </pc:spChg>
        <pc:spChg chg="mod">
          <ac:chgData name="Morgan Clark" userId="60e76299-941b-48fe-9910-607ce18eff76" providerId="ADAL" clId="{C9E08C3F-2F1C-CB48-B26E-16FE097AD1FF}" dt="2025-06-05T22:54:31.941" v="298" actId="1076"/>
          <ac:spMkLst>
            <pc:docMk/>
            <pc:sldMk cId="2967983263" sldId="314"/>
            <ac:spMk id="13" creationId="{DAE14DF5-F00A-0FD3-333D-86ED6250CEEE}"/>
          </ac:spMkLst>
        </pc:spChg>
        <pc:spChg chg="del">
          <ac:chgData name="Morgan Clark" userId="60e76299-941b-48fe-9910-607ce18eff76" providerId="ADAL" clId="{C9E08C3F-2F1C-CB48-B26E-16FE097AD1FF}" dt="2025-06-05T22:49:07.202" v="232" actId="478"/>
          <ac:spMkLst>
            <pc:docMk/>
            <pc:sldMk cId="2967983263" sldId="314"/>
            <ac:spMk id="14" creationId="{F07B37C3-AAE9-1B44-CE6D-14234FA7914D}"/>
          </ac:spMkLst>
        </pc:spChg>
        <pc:spChg chg="del">
          <ac:chgData name="Morgan Clark" userId="60e76299-941b-48fe-9910-607ce18eff76" providerId="ADAL" clId="{C9E08C3F-2F1C-CB48-B26E-16FE097AD1FF}" dt="2025-06-05T22:49:07.202" v="232" actId="478"/>
          <ac:spMkLst>
            <pc:docMk/>
            <pc:sldMk cId="2967983263" sldId="314"/>
            <ac:spMk id="15" creationId="{97A8E078-E54F-DB6C-793A-D6D3D2A6B0EA}"/>
          </ac:spMkLst>
        </pc:spChg>
        <pc:spChg chg="mod">
          <ac:chgData name="Morgan Clark" userId="60e76299-941b-48fe-9910-607ce18eff76" providerId="ADAL" clId="{C9E08C3F-2F1C-CB48-B26E-16FE097AD1FF}" dt="2025-06-06T22:25:50.582" v="519" actId="12"/>
          <ac:spMkLst>
            <pc:docMk/>
            <pc:sldMk cId="2967983263" sldId="314"/>
            <ac:spMk id="16" creationId="{8B301CD9-AFA8-8CBF-1795-1DDF72B20119}"/>
          </ac:spMkLst>
        </pc:spChg>
        <pc:spChg chg="mod">
          <ac:chgData name="Morgan Clark" userId="60e76299-941b-48fe-9910-607ce18eff76" providerId="ADAL" clId="{C9E08C3F-2F1C-CB48-B26E-16FE097AD1FF}" dt="2025-06-06T22:25:48.079" v="513" actId="27636"/>
          <ac:spMkLst>
            <pc:docMk/>
            <pc:sldMk cId="2967983263" sldId="314"/>
            <ac:spMk id="17" creationId="{82EC1812-41FE-7C5C-B855-CD7C0D5C0879}"/>
          </ac:spMkLst>
        </pc:spChg>
        <pc:spChg chg="add del mod">
          <ac:chgData name="Morgan Clark" userId="60e76299-941b-48fe-9910-607ce18eff76" providerId="ADAL" clId="{C9E08C3F-2F1C-CB48-B26E-16FE097AD1FF}" dt="2025-06-06T22:25:48.092" v="517" actId="27636"/>
          <ac:spMkLst>
            <pc:docMk/>
            <pc:sldMk cId="2967983263" sldId="314"/>
            <ac:spMk id="18" creationId="{25E7A506-8776-2109-2C30-08214278C526}"/>
          </ac:spMkLst>
        </pc:spChg>
        <pc:spChg chg="mod">
          <ac:chgData name="Morgan Clark" userId="60e76299-941b-48fe-9910-607ce18eff76" providerId="ADAL" clId="{C9E08C3F-2F1C-CB48-B26E-16FE097AD1FF}" dt="2025-06-06T22:25:48.096" v="518" actId="27636"/>
          <ac:spMkLst>
            <pc:docMk/>
            <pc:sldMk cId="2967983263" sldId="314"/>
            <ac:spMk id="19" creationId="{B188A85A-45A8-8925-88FC-C97FB016E192}"/>
          </ac:spMkLst>
        </pc:spChg>
        <pc:spChg chg="mod">
          <ac:chgData name="Morgan Clark" userId="60e76299-941b-48fe-9910-607ce18eff76" providerId="ADAL" clId="{C9E08C3F-2F1C-CB48-B26E-16FE097AD1FF}" dt="2025-06-06T22:25:48.089" v="516" actId="27636"/>
          <ac:spMkLst>
            <pc:docMk/>
            <pc:sldMk cId="2967983263" sldId="314"/>
            <ac:spMk id="20" creationId="{3543F4C0-31EB-6500-F7F2-4E9F5F428C4E}"/>
          </ac:spMkLst>
        </pc:spChg>
        <pc:spChg chg="del mod">
          <ac:chgData name="Morgan Clark" userId="60e76299-941b-48fe-9910-607ce18eff76" providerId="ADAL" clId="{C9E08C3F-2F1C-CB48-B26E-16FE097AD1FF}" dt="2025-06-06T22:25:48.086" v="515" actId="27636"/>
          <ac:spMkLst>
            <pc:docMk/>
            <pc:sldMk cId="2967983263" sldId="314"/>
            <ac:spMk id="21" creationId="{60742FAE-D884-3D1C-B380-B2C8F86229EC}"/>
          </ac:spMkLst>
        </pc:spChg>
        <pc:spChg chg="add del mod">
          <ac:chgData name="Morgan Clark" userId="60e76299-941b-48fe-9910-607ce18eff76" providerId="ADAL" clId="{C9E08C3F-2F1C-CB48-B26E-16FE097AD1FF}" dt="2025-06-06T22:07:45.231" v="342" actId="478"/>
          <ac:spMkLst>
            <pc:docMk/>
            <pc:sldMk cId="2967983263" sldId="314"/>
            <ac:spMk id="22" creationId="{B15666C1-BA33-9457-2D3D-CD97D61C0B39}"/>
          </ac:spMkLst>
        </pc:spChg>
        <pc:spChg chg="add del mod">
          <ac:chgData name="Morgan Clark" userId="60e76299-941b-48fe-9910-607ce18eff76" providerId="ADAL" clId="{C9E08C3F-2F1C-CB48-B26E-16FE097AD1FF}" dt="2025-06-06T21:56:01.426" v="306"/>
          <ac:spMkLst>
            <pc:docMk/>
            <pc:sldMk cId="2967983263" sldId="314"/>
            <ac:spMk id="23" creationId="{C44649FB-C165-FA39-025E-FA3ED29DFC12}"/>
          </ac:spMkLst>
        </pc:spChg>
        <pc:spChg chg="add del mod">
          <ac:chgData name="Morgan Clark" userId="60e76299-941b-48fe-9910-607ce18eff76" providerId="ADAL" clId="{C9E08C3F-2F1C-CB48-B26E-16FE097AD1FF}" dt="2025-06-06T22:07:45.231" v="342" actId="478"/>
          <ac:spMkLst>
            <pc:docMk/>
            <pc:sldMk cId="2967983263" sldId="314"/>
            <ac:spMk id="25" creationId="{D7C1B745-AB36-0311-8B58-965D0ABB6F6F}"/>
          </ac:spMkLst>
        </pc:spChg>
        <pc:spChg chg="add del mod">
          <ac:chgData name="Morgan Clark" userId="60e76299-941b-48fe-9910-607ce18eff76" providerId="ADAL" clId="{C9E08C3F-2F1C-CB48-B26E-16FE097AD1FF}" dt="2025-06-06T22:07:45.027" v="341" actId="21"/>
          <ac:spMkLst>
            <pc:docMk/>
            <pc:sldMk cId="2967983263" sldId="314"/>
            <ac:spMk id="33" creationId="{E8B440EE-095E-903B-38C7-90B17F71809A}"/>
          </ac:spMkLst>
        </pc:spChg>
        <pc:spChg chg="add del mod">
          <ac:chgData name="Morgan Clark" userId="60e76299-941b-48fe-9910-607ce18eff76" providerId="ADAL" clId="{C9E08C3F-2F1C-CB48-B26E-16FE097AD1FF}" dt="2025-06-06T22:07:45.027" v="341" actId="21"/>
          <ac:spMkLst>
            <pc:docMk/>
            <pc:sldMk cId="2967983263" sldId="314"/>
            <ac:spMk id="35" creationId="{A7115751-EF51-047B-C5C1-33E3B4F166D2}"/>
          </ac:spMkLst>
        </pc:spChg>
        <pc:spChg chg="add del mod">
          <ac:chgData name="Morgan Clark" userId="60e76299-941b-48fe-9910-607ce18eff76" providerId="ADAL" clId="{C9E08C3F-2F1C-CB48-B26E-16FE097AD1FF}" dt="2025-06-06T22:07:45.027" v="341" actId="21"/>
          <ac:spMkLst>
            <pc:docMk/>
            <pc:sldMk cId="2967983263" sldId="314"/>
            <ac:spMk id="37" creationId="{5A00B23E-D67D-92CD-CE9F-6FEA137226C7}"/>
          </ac:spMkLst>
        </pc:spChg>
        <pc:spChg chg="add del mod">
          <ac:chgData name="Morgan Clark" userId="60e76299-941b-48fe-9910-607ce18eff76" providerId="ADAL" clId="{C9E08C3F-2F1C-CB48-B26E-16FE097AD1FF}" dt="2025-06-06T22:07:45.027" v="341" actId="21"/>
          <ac:spMkLst>
            <pc:docMk/>
            <pc:sldMk cId="2967983263" sldId="314"/>
            <ac:spMk id="45" creationId="{B2967224-3C87-F41A-0188-03775106F747}"/>
          </ac:spMkLst>
        </pc:spChg>
      </pc:sldChg>
      <pc:sldChg chg="addSp delSp modSp add mod ord">
        <pc:chgData name="Morgan Clark" userId="60e76299-941b-48fe-9910-607ce18eff76" providerId="ADAL" clId="{C9E08C3F-2F1C-CB48-B26E-16FE097AD1FF}" dt="2025-06-06T22:37:35.837" v="625" actId="692"/>
        <pc:sldMkLst>
          <pc:docMk/>
          <pc:sldMk cId="3894867642" sldId="315"/>
        </pc:sldMkLst>
        <pc:spChg chg="del">
          <ac:chgData name="Morgan Clark" userId="60e76299-941b-48fe-9910-607ce18eff76" providerId="ADAL" clId="{C9E08C3F-2F1C-CB48-B26E-16FE097AD1FF}" dt="2025-06-06T22:08:19.261" v="344" actId="478"/>
          <ac:spMkLst>
            <pc:docMk/>
            <pc:sldMk cId="3894867642" sldId="315"/>
            <ac:spMk id="2" creationId="{232EE840-7D7D-BA37-D6B5-F0ED7FA417DC}"/>
          </ac:spMkLst>
        </pc:spChg>
        <pc:spChg chg="del mod">
          <ac:chgData name="Morgan Clark" userId="60e76299-941b-48fe-9910-607ce18eff76" providerId="ADAL" clId="{C9E08C3F-2F1C-CB48-B26E-16FE097AD1FF}" dt="2025-06-06T21:59:13.783" v="318" actId="478"/>
          <ac:spMkLst>
            <pc:docMk/>
            <pc:sldMk cId="3894867642" sldId="315"/>
            <ac:spMk id="3" creationId="{DB54E130-AED8-2398-DFA8-8201EDFED741}"/>
          </ac:spMkLst>
        </pc:spChg>
        <pc:spChg chg="del mod">
          <ac:chgData name="Morgan Clark" userId="60e76299-941b-48fe-9910-607ce18eff76" providerId="ADAL" clId="{C9E08C3F-2F1C-CB48-B26E-16FE097AD1FF}" dt="2025-06-06T21:59:11.315" v="317" actId="478"/>
          <ac:spMkLst>
            <pc:docMk/>
            <pc:sldMk cId="3894867642" sldId="315"/>
            <ac:spMk id="4" creationId="{B4867EE1-82F2-7F24-8EAF-D4DAD4415943}"/>
          </ac:spMkLst>
        </pc:spChg>
        <pc:spChg chg="del mod">
          <ac:chgData name="Morgan Clark" userId="60e76299-941b-48fe-9910-607ce18eff76" providerId="ADAL" clId="{C9E08C3F-2F1C-CB48-B26E-16FE097AD1FF}" dt="2025-06-05T22:36:31.248" v="136" actId="478"/>
          <ac:spMkLst>
            <pc:docMk/>
            <pc:sldMk cId="3894867642" sldId="315"/>
            <ac:spMk id="5" creationId="{50C7F855-4073-986B-2121-CDD0BB1EB1D2}"/>
          </ac:spMkLst>
        </pc:spChg>
        <pc:spChg chg="del mod">
          <ac:chgData name="Morgan Clark" userId="60e76299-941b-48fe-9910-607ce18eff76" providerId="ADAL" clId="{C9E08C3F-2F1C-CB48-B26E-16FE097AD1FF}" dt="2025-06-05T22:28:37.469" v="102" actId="478"/>
          <ac:spMkLst>
            <pc:docMk/>
            <pc:sldMk cId="3894867642" sldId="315"/>
            <ac:spMk id="6" creationId="{D9A34986-3346-C58C-23F6-54F5617F6BEB}"/>
          </ac:spMkLst>
        </pc:spChg>
        <pc:spChg chg="del">
          <ac:chgData name="Morgan Clark" userId="60e76299-941b-48fe-9910-607ce18eff76" providerId="ADAL" clId="{C9E08C3F-2F1C-CB48-B26E-16FE097AD1FF}" dt="2025-06-05T22:45:28.076" v="197" actId="478"/>
          <ac:spMkLst>
            <pc:docMk/>
            <pc:sldMk cId="3894867642" sldId="315"/>
            <ac:spMk id="7" creationId="{6A225BAA-E5C8-31EF-6539-4D6545F7F043}"/>
          </ac:spMkLst>
        </pc:spChg>
        <pc:spChg chg="del">
          <ac:chgData name="Morgan Clark" userId="60e76299-941b-48fe-9910-607ce18eff76" providerId="ADAL" clId="{C9E08C3F-2F1C-CB48-B26E-16FE097AD1FF}" dt="2025-06-05T22:36:50.531" v="142" actId="478"/>
          <ac:spMkLst>
            <pc:docMk/>
            <pc:sldMk cId="3894867642" sldId="315"/>
            <ac:spMk id="8" creationId="{DC6B36E5-F840-1B27-2CDC-626E33D66194}"/>
          </ac:spMkLst>
        </pc:spChg>
        <pc:spChg chg="mod">
          <ac:chgData name="Morgan Clark" userId="60e76299-941b-48fe-9910-607ce18eff76" providerId="ADAL" clId="{C9E08C3F-2F1C-CB48-B26E-16FE097AD1FF}" dt="2025-06-05T22:42:21.502" v="169" actId="1076"/>
          <ac:spMkLst>
            <pc:docMk/>
            <pc:sldMk cId="3894867642" sldId="315"/>
            <ac:spMk id="9" creationId="{719E6582-404C-E02D-4069-AA95789BF3D9}"/>
          </ac:spMkLst>
        </pc:spChg>
        <pc:spChg chg="mod">
          <ac:chgData name="Morgan Clark" userId="60e76299-941b-48fe-9910-607ce18eff76" providerId="ADAL" clId="{C9E08C3F-2F1C-CB48-B26E-16FE097AD1FF}" dt="2025-06-05T22:36:55.257" v="146" actId="20577"/>
          <ac:spMkLst>
            <pc:docMk/>
            <pc:sldMk cId="3894867642" sldId="315"/>
            <ac:spMk id="10" creationId="{97D3C45E-64C8-5340-33D9-0649DA3774E1}"/>
          </ac:spMkLst>
        </pc:spChg>
        <pc:spChg chg="del mod">
          <ac:chgData name="Morgan Clark" userId="60e76299-941b-48fe-9910-607ce18eff76" providerId="ADAL" clId="{C9E08C3F-2F1C-CB48-B26E-16FE097AD1FF}" dt="2025-06-06T21:59:11.315" v="317" actId="478"/>
          <ac:spMkLst>
            <pc:docMk/>
            <pc:sldMk cId="3894867642" sldId="315"/>
            <ac:spMk id="11" creationId="{8FA7B099-8DC7-CDB8-45B1-0C8C882D531D}"/>
          </ac:spMkLst>
        </pc:spChg>
        <pc:spChg chg="del mod">
          <ac:chgData name="Morgan Clark" userId="60e76299-941b-48fe-9910-607ce18eff76" providerId="ADAL" clId="{C9E08C3F-2F1C-CB48-B26E-16FE097AD1FF}" dt="2025-06-06T21:59:11.315" v="317" actId="478"/>
          <ac:spMkLst>
            <pc:docMk/>
            <pc:sldMk cId="3894867642" sldId="315"/>
            <ac:spMk id="12" creationId="{CF6AB2A5-A4F4-7E10-25BA-8612F7738B48}"/>
          </ac:spMkLst>
        </pc:spChg>
        <pc:spChg chg="mod">
          <ac:chgData name="Morgan Clark" userId="60e76299-941b-48fe-9910-607ce18eff76" providerId="ADAL" clId="{C9E08C3F-2F1C-CB48-B26E-16FE097AD1FF}" dt="2025-06-05T22:46:04.433" v="204" actId="1076"/>
          <ac:spMkLst>
            <pc:docMk/>
            <pc:sldMk cId="3894867642" sldId="315"/>
            <ac:spMk id="13" creationId="{517EAD22-2341-99EB-E7C0-62F585324782}"/>
          </ac:spMkLst>
        </pc:spChg>
        <pc:spChg chg="del mod">
          <ac:chgData name="Morgan Clark" userId="60e76299-941b-48fe-9910-607ce18eff76" providerId="ADAL" clId="{C9E08C3F-2F1C-CB48-B26E-16FE097AD1FF}" dt="2025-06-05T22:26:56.624" v="88" actId="21"/>
          <ac:spMkLst>
            <pc:docMk/>
            <pc:sldMk cId="3894867642" sldId="315"/>
            <ac:spMk id="14" creationId="{679DE38F-9FF0-E709-5BDF-52A73BED5E61}"/>
          </ac:spMkLst>
        </pc:spChg>
        <pc:spChg chg="del mod">
          <ac:chgData name="Morgan Clark" userId="60e76299-941b-48fe-9910-607ce18eff76" providerId="ADAL" clId="{C9E08C3F-2F1C-CB48-B26E-16FE097AD1FF}" dt="2025-06-05T22:26:56.624" v="88" actId="21"/>
          <ac:spMkLst>
            <pc:docMk/>
            <pc:sldMk cId="3894867642" sldId="315"/>
            <ac:spMk id="15" creationId="{DDB0C122-41F5-0DC1-1A27-5D65EEA71564}"/>
          </ac:spMkLst>
        </pc:spChg>
        <pc:spChg chg="mod">
          <ac:chgData name="Morgan Clark" userId="60e76299-941b-48fe-9910-607ce18eff76" providerId="ADAL" clId="{C9E08C3F-2F1C-CB48-B26E-16FE097AD1FF}" dt="2025-06-05T22:29:41.389" v="110"/>
          <ac:spMkLst>
            <pc:docMk/>
            <pc:sldMk cId="3894867642" sldId="315"/>
            <ac:spMk id="16" creationId="{A6A0BE50-A6A6-5191-E913-00716286B953}"/>
          </ac:spMkLst>
        </pc:spChg>
        <pc:spChg chg="del mod">
          <ac:chgData name="Morgan Clark" userId="60e76299-941b-48fe-9910-607ce18eff76" providerId="ADAL" clId="{C9E08C3F-2F1C-CB48-B26E-16FE097AD1FF}" dt="2025-06-06T21:59:11.315" v="317" actId="478"/>
          <ac:spMkLst>
            <pc:docMk/>
            <pc:sldMk cId="3894867642" sldId="315"/>
            <ac:spMk id="17" creationId="{2D181430-FDC1-1D0F-F37D-8CE80D0AC47F}"/>
          </ac:spMkLst>
        </pc:spChg>
        <pc:spChg chg="del mod">
          <ac:chgData name="Morgan Clark" userId="60e76299-941b-48fe-9910-607ce18eff76" providerId="ADAL" clId="{C9E08C3F-2F1C-CB48-B26E-16FE097AD1FF}" dt="2025-06-06T22:03:34.123" v="330" actId="478"/>
          <ac:spMkLst>
            <pc:docMk/>
            <pc:sldMk cId="3894867642" sldId="315"/>
            <ac:spMk id="18" creationId="{B071A9FB-999B-214B-29B6-BD23D1FBBF2C}"/>
          </ac:spMkLst>
        </pc:spChg>
        <pc:spChg chg="del mod">
          <ac:chgData name="Morgan Clark" userId="60e76299-941b-48fe-9910-607ce18eff76" providerId="ADAL" clId="{C9E08C3F-2F1C-CB48-B26E-16FE097AD1FF}" dt="2025-06-06T21:59:31.342" v="321" actId="478"/>
          <ac:spMkLst>
            <pc:docMk/>
            <pc:sldMk cId="3894867642" sldId="315"/>
            <ac:spMk id="19" creationId="{34746079-2AF4-5832-C7BC-09F4427E8044}"/>
          </ac:spMkLst>
        </pc:spChg>
        <pc:spChg chg="del mod">
          <ac:chgData name="Morgan Clark" userId="60e76299-941b-48fe-9910-607ce18eff76" providerId="ADAL" clId="{C9E08C3F-2F1C-CB48-B26E-16FE097AD1FF}" dt="2025-06-06T21:59:31.342" v="321" actId="478"/>
          <ac:spMkLst>
            <pc:docMk/>
            <pc:sldMk cId="3894867642" sldId="315"/>
            <ac:spMk id="20" creationId="{5568E55F-BB71-7898-4697-E95E03F3F699}"/>
          </ac:spMkLst>
        </pc:spChg>
        <pc:spChg chg="mod">
          <ac:chgData name="Morgan Clark" userId="60e76299-941b-48fe-9910-607ce18eff76" providerId="ADAL" clId="{C9E08C3F-2F1C-CB48-B26E-16FE097AD1FF}" dt="2025-06-05T22:42:29.322" v="170" actId="1076"/>
          <ac:spMkLst>
            <pc:docMk/>
            <pc:sldMk cId="3894867642" sldId="315"/>
            <ac:spMk id="21" creationId="{A6880721-4A52-58C7-0E2F-CA718936B733}"/>
          </ac:spMkLst>
        </pc:spChg>
        <pc:spChg chg="del mod">
          <ac:chgData name="Morgan Clark" userId="60e76299-941b-48fe-9910-607ce18eff76" providerId="ADAL" clId="{C9E08C3F-2F1C-CB48-B26E-16FE097AD1FF}" dt="2025-06-06T21:59:31.342" v="321" actId="478"/>
          <ac:spMkLst>
            <pc:docMk/>
            <pc:sldMk cId="3894867642" sldId="315"/>
            <ac:spMk id="22" creationId="{4A1D1699-9AD2-0B59-8F4A-B2BDF3EB3EAB}"/>
          </ac:spMkLst>
        </pc:spChg>
        <pc:spChg chg="del mod">
          <ac:chgData name="Morgan Clark" userId="60e76299-941b-48fe-9910-607ce18eff76" providerId="ADAL" clId="{C9E08C3F-2F1C-CB48-B26E-16FE097AD1FF}" dt="2025-06-06T21:59:31.342" v="321" actId="478"/>
          <ac:spMkLst>
            <pc:docMk/>
            <pc:sldMk cId="3894867642" sldId="315"/>
            <ac:spMk id="23" creationId="{E9A3D450-CACE-E62E-F020-4BEC519B540E}"/>
          </ac:spMkLst>
        </pc:spChg>
        <pc:spChg chg="add del mod">
          <ac:chgData name="Morgan Clark" userId="60e76299-941b-48fe-9910-607ce18eff76" providerId="ADAL" clId="{C9E08C3F-2F1C-CB48-B26E-16FE097AD1FF}" dt="2025-06-05T22:33:52.479" v="125" actId="478"/>
          <ac:spMkLst>
            <pc:docMk/>
            <pc:sldMk cId="3894867642" sldId="315"/>
            <ac:spMk id="24" creationId="{E76AD6CF-48A7-604C-8FD5-A9C07C7D0474}"/>
          </ac:spMkLst>
        </pc:spChg>
        <pc:spChg chg="add del mod">
          <ac:chgData name="Morgan Clark" userId="60e76299-941b-48fe-9910-607ce18eff76" providerId="ADAL" clId="{C9E08C3F-2F1C-CB48-B26E-16FE097AD1FF}" dt="2025-06-05T22:26:59.177" v="89" actId="478"/>
          <ac:spMkLst>
            <pc:docMk/>
            <pc:sldMk cId="3894867642" sldId="315"/>
            <ac:spMk id="26" creationId="{9E979753-B7FB-05C4-0896-C73CEA9C26FB}"/>
          </ac:spMkLst>
        </pc:spChg>
        <pc:spChg chg="add del mod">
          <ac:chgData name="Morgan Clark" userId="60e76299-941b-48fe-9910-607ce18eff76" providerId="ADAL" clId="{C9E08C3F-2F1C-CB48-B26E-16FE097AD1FF}" dt="2025-06-06T21:59:15.290" v="319" actId="478"/>
          <ac:spMkLst>
            <pc:docMk/>
            <pc:sldMk cId="3894867642" sldId="315"/>
            <ac:spMk id="27" creationId="{F646F646-C168-D669-76A3-17F5018452EE}"/>
          </ac:spMkLst>
        </pc:spChg>
        <pc:spChg chg="add del mod">
          <ac:chgData name="Morgan Clark" userId="60e76299-941b-48fe-9910-607ce18eff76" providerId="ADAL" clId="{C9E08C3F-2F1C-CB48-B26E-16FE097AD1FF}" dt="2025-06-06T21:59:11.315" v="317" actId="478"/>
          <ac:spMkLst>
            <pc:docMk/>
            <pc:sldMk cId="3894867642" sldId="315"/>
            <ac:spMk id="28" creationId="{DC2E112E-BC4E-EC8A-6FFE-9D4E113BCE51}"/>
          </ac:spMkLst>
        </pc:spChg>
        <pc:spChg chg="add del mod">
          <ac:chgData name="Morgan Clark" userId="60e76299-941b-48fe-9910-607ce18eff76" providerId="ADAL" clId="{C9E08C3F-2F1C-CB48-B26E-16FE097AD1FF}" dt="2025-06-05T22:28:35.372" v="101" actId="21"/>
          <ac:spMkLst>
            <pc:docMk/>
            <pc:sldMk cId="3894867642" sldId="315"/>
            <ac:spMk id="29" creationId="{3FD3F202-7945-57C5-DE7C-A75A25C3BB97}"/>
          </ac:spMkLst>
        </pc:spChg>
        <pc:spChg chg="add del mod">
          <ac:chgData name="Morgan Clark" userId="60e76299-941b-48fe-9910-607ce18eff76" providerId="ADAL" clId="{C9E08C3F-2F1C-CB48-B26E-16FE097AD1FF}" dt="2025-06-05T22:28:39.467" v="103" actId="478"/>
          <ac:spMkLst>
            <pc:docMk/>
            <pc:sldMk cId="3894867642" sldId="315"/>
            <ac:spMk id="31" creationId="{40E6A19C-555A-3962-8625-F499393BB0F0}"/>
          </ac:spMkLst>
        </pc:spChg>
        <pc:spChg chg="add del mod">
          <ac:chgData name="Morgan Clark" userId="60e76299-941b-48fe-9910-607ce18eff76" providerId="ADAL" clId="{C9E08C3F-2F1C-CB48-B26E-16FE097AD1FF}" dt="2025-06-05T22:36:31.248" v="136" actId="478"/>
          <ac:spMkLst>
            <pc:docMk/>
            <pc:sldMk cId="3894867642" sldId="315"/>
            <ac:spMk id="32" creationId="{6039AA2E-7D44-412A-24DE-FDF617B49414}"/>
          </ac:spMkLst>
        </pc:spChg>
        <pc:spChg chg="add del mod">
          <ac:chgData name="Morgan Clark" userId="60e76299-941b-48fe-9910-607ce18eff76" providerId="ADAL" clId="{C9E08C3F-2F1C-CB48-B26E-16FE097AD1FF}" dt="2025-06-05T22:36:33.311" v="137" actId="478"/>
          <ac:spMkLst>
            <pc:docMk/>
            <pc:sldMk cId="3894867642" sldId="315"/>
            <ac:spMk id="34" creationId="{4551287E-D4AB-B3C0-A4DF-20C264FBA990}"/>
          </ac:spMkLst>
        </pc:spChg>
        <pc:spChg chg="add mod">
          <ac:chgData name="Morgan Clark" userId="60e76299-941b-48fe-9910-607ce18eff76" providerId="ADAL" clId="{C9E08C3F-2F1C-CB48-B26E-16FE097AD1FF}" dt="2025-06-05T22:45:29.041" v="198"/>
          <ac:spMkLst>
            <pc:docMk/>
            <pc:sldMk cId="3894867642" sldId="315"/>
            <ac:spMk id="35" creationId="{DC469B28-3DC7-F84D-E177-14CA2EA3C53A}"/>
          </ac:spMkLst>
        </pc:spChg>
        <pc:spChg chg="add mod">
          <ac:chgData name="Morgan Clark" userId="60e76299-941b-48fe-9910-607ce18eff76" providerId="ADAL" clId="{C9E08C3F-2F1C-CB48-B26E-16FE097AD1FF}" dt="2025-06-05T22:46:57.983" v="207" actId="1076"/>
          <ac:spMkLst>
            <pc:docMk/>
            <pc:sldMk cId="3894867642" sldId="315"/>
            <ac:spMk id="36" creationId="{CC4EDC72-456F-D17E-E45F-7C20E9D316EE}"/>
          </ac:spMkLst>
        </pc:spChg>
        <pc:spChg chg="mod">
          <ac:chgData name="Morgan Clark" userId="60e76299-941b-48fe-9910-607ce18eff76" providerId="ADAL" clId="{C9E08C3F-2F1C-CB48-B26E-16FE097AD1FF}" dt="2025-06-06T22:03:31.888" v="329" actId="20577"/>
          <ac:spMkLst>
            <pc:docMk/>
            <pc:sldMk cId="3894867642" sldId="315"/>
            <ac:spMk id="38" creationId="{EABBB716-832B-0B96-B417-BF23F95B7CCE}"/>
          </ac:spMkLst>
        </pc:spChg>
        <pc:spChg chg="add del mod">
          <ac:chgData name="Morgan Clark" userId="60e76299-941b-48fe-9910-607ce18eff76" providerId="ADAL" clId="{C9E08C3F-2F1C-CB48-B26E-16FE097AD1FF}" dt="2025-06-06T21:59:20.448" v="320" actId="478"/>
          <ac:spMkLst>
            <pc:docMk/>
            <pc:sldMk cId="3894867642" sldId="315"/>
            <ac:spMk id="40" creationId="{CFF732BD-4426-2F3F-894B-9285191603C0}"/>
          </ac:spMkLst>
        </pc:spChg>
        <pc:spChg chg="del">
          <ac:chgData name="Morgan Clark" userId="60e76299-941b-48fe-9910-607ce18eff76" providerId="ADAL" clId="{C9E08C3F-2F1C-CB48-B26E-16FE097AD1FF}" dt="2025-06-06T21:59:20.448" v="320" actId="478"/>
          <ac:spMkLst>
            <pc:docMk/>
            <pc:sldMk cId="3894867642" sldId="315"/>
            <ac:spMk id="42" creationId="{7F656ADE-733F-0AE8-2CE7-4E44BD389D73}"/>
          </ac:spMkLst>
        </pc:spChg>
        <pc:spChg chg="add del mod">
          <ac:chgData name="Morgan Clark" userId="60e76299-941b-48fe-9910-607ce18eff76" providerId="ADAL" clId="{C9E08C3F-2F1C-CB48-B26E-16FE097AD1FF}" dt="2025-06-06T21:59:20.448" v="320" actId="478"/>
          <ac:spMkLst>
            <pc:docMk/>
            <pc:sldMk cId="3894867642" sldId="315"/>
            <ac:spMk id="44" creationId="{3D21FE0F-5378-4206-B231-D0E744D97A43}"/>
          </ac:spMkLst>
        </pc:spChg>
        <pc:spChg chg="add del mod">
          <ac:chgData name="Morgan Clark" userId="60e76299-941b-48fe-9910-607ce18eff76" providerId="ADAL" clId="{C9E08C3F-2F1C-CB48-B26E-16FE097AD1FF}" dt="2025-06-06T21:59:20.448" v="320" actId="478"/>
          <ac:spMkLst>
            <pc:docMk/>
            <pc:sldMk cId="3894867642" sldId="315"/>
            <ac:spMk id="46" creationId="{D197F25C-A591-49F1-D54E-BA7484E934E4}"/>
          </ac:spMkLst>
        </pc:spChg>
        <pc:spChg chg="del">
          <ac:chgData name="Morgan Clark" userId="60e76299-941b-48fe-9910-607ce18eff76" providerId="ADAL" clId="{C9E08C3F-2F1C-CB48-B26E-16FE097AD1FF}" dt="2025-06-06T21:59:20.448" v="320" actId="478"/>
          <ac:spMkLst>
            <pc:docMk/>
            <pc:sldMk cId="3894867642" sldId="315"/>
            <ac:spMk id="48" creationId="{BB34877E-6377-199C-2D95-7A23F0B0F987}"/>
          </ac:spMkLst>
        </pc:spChg>
        <pc:spChg chg="add del mod">
          <ac:chgData name="Morgan Clark" userId="60e76299-941b-48fe-9910-607ce18eff76" providerId="ADAL" clId="{C9E08C3F-2F1C-CB48-B26E-16FE097AD1FF}" dt="2025-06-06T21:59:31.342" v="321" actId="478"/>
          <ac:spMkLst>
            <pc:docMk/>
            <pc:sldMk cId="3894867642" sldId="315"/>
            <ac:spMk id="52" creationId="{20A9E45F-DB4F-0C6B-ACFF-B8C1323D6278}"/>
          </ac:spMkLst>
        </pc:spChg>
        <pc:spChg chg="add del mod">
          <ac:chgData name="Morgan Clark" userId="60e76299-941b-48fe-9910-607ce18eff76" providerId="ADAL" clId="{C9E08C3F-2F1C-CB48-B26E-16FE097AD1FF}" dt="2025-06-06T21:59:31.342" v="321" actId="478"/>
          <ac:spMkLst>
            <pc:docMk/>
            <pc:sldMk cId="3894867642" sldId="315"/>
            <ac:spMk id="54" creationId="{BBBD4EF8-11AD-FEF5-C686-492AA7C7E3FC}"/>
          </ac:spMkLst>
        </pc:spChg>
        <pc:spChg chg="add mod">
          <ac:chgData name="Morgan Clark" userId="60e76299-941b-48fe-9910-607ce18eff76" providerId="ADAL" clId="{C9E08C3F-2F1C-CB48-B26E-16FE097AD1FF}" dt="2025-06-06T22:03:24.424" v="326"/>
          <ac:spMkLst>
            <pc:docMk/>
            <pc:sldMk cId="3894867642" sldId="315"/>
            <ac:spMk id="56" creationId="{D8CBEE22-E959-665D-0692-12AFBAF07052}"/>
          </ac:spMkLst>
        </pc:spChg>
        <pc:spChg chg="add del mod">
          <ac:chgData name="Morgan Clark" userId="60e76299-941b-48fe-9910-607ce18eff76" providerId="ADAL" clId="{C9E08C3F-2F1C-CB48-B26E-16FE097AD1FF}" dt="2025-06-06T21:59:31.342" v="321" actId="478"/>
          <ac:spMkLst>
            <pc:docMk/>
            <pc:sldMk cId="3894867642" sldId="315"/>
            <ac:spMk id="58" creationId="{A244857A-1B69-5D9C-DA11-8A2FA61E5606}"/>
          </ac:spMkLst>
        </pc:spChg>
        <pc:spChg chg="add del mod">
          <ac:chgData name="Morgan Clark" userId="60e76299-941b-48fe-9910-607ce18eff76" providerId="ADAL" clId="{C9E08C3F-2F1C-CB48-B26E-16FE097AD1FF}" dt="2025-06-06T21:59:35.307" v="322" actId="478"/>
          <ac:spMkLst>
            <pc:docMk/>
            <pc:sldMk cId="3894867642" sldId="315"/>
            <ac:spMk id="60" creationId="{BAD5E59E-4C3A-129E-98B1-1CA321D475D2}"/>
          </ac:spMkLst>
        </pc:spChg>
        <pc:spChg chg="del">
          <ac:chgData name="Morgan Clark" userId="60e76299-941b-48fe-9910-607ce18eff76" providerId="ADAL" clId="{C9E08C3F-2F1C-CB48-B26E-16FE097AD1FF}" dt="2025-06-06T21:59:35.307" v="322" actId="478"/>
          <ac:spMkLst>
            <pc:docMk/>
            <pc:sldMk cId="3894867642" sldId="315"/>
            <ac:spMk id="62" creationId="{D504C620-FCA5-A2C1-005A-6111FC5E9249}"/>
          </ac:spMkLst>
        </pc:spChg>
        <pc:spChg chg="add del mod">
          <ac:chgData name="Morgan Clark" userId="60e76299-941b-48fe-9910-607ce18eff76" providerId="ADAL" clId="{C9E08C3F-2F1C-CB48-B26E-16FE097AD1FF}" dt="2025-06-06T21:59:35.307" v="322" actId="478"/>
          <ac:spMkLst>
            <pc:docMk/>
            <pc:sldMk cId="3894867642" sldId="315"/>
            <ac:spMk id="64" creationId="{91E84676-8DFE-88EF-69D8-40F0EF2C1B34}"/>
          </ac:spMkLst>
        </pc:spChg>
        <pc:spChg chg="add del mod">
          <ac:chgData name="Morgan Clark" userId="60e76299-941b-48fe-9910-607ce18eff76" providerId="ADAL" clId="{C9E08C3F-2F1C-CB48-B26E-16FE097AD1FF}" dt="2025-06-06T21:59:35.307" v="322" actId="478"/>
          <ac:spMkLst>
            <pc:docMk/>
            <pc:sldMk cId="3894867642" sldId="315"/>
            <ac:spMk id="66" creationId="{69437B1A-1B23-0B52-74D0-AE0980529CCC}"/>
          </ac:spMkLst>
        </pc:spChg>
        <pc:spChg chg="del">
          <ac:chgData name="Morgan Clark" userId="60e76299-941b-48fe-9910-607ce18eff76" providerId="ADAL" clId="{C9E08C3F-2F1C-CB48-B26E-16FE097AD1FF}" dt="2025-06-06T21:59:37.070" v="323" actId="478"/>
          <ac:spMkLst>
            <pc:docMk/>
            <pc:sldMk cId="3894867642" sldId="315"/>
            <ac:spMk id="68" creationId="{E9DCD1A9-B9CC-B26C-E328-7FD030062D42}"/>
          </ac:spMkLst>
        </pc:spChg>
        <pc:spChg chg="add del mod">
          <ac:chgData name="Morgan Clark" userId="60e76299-941b-48fe-9910-607ce18eff76" providerId="ADAL" clId="{C9E08C3F-2F1C-CB48-B26E-16FE097AD1FF}" dt="2025-06-06T22:03:35.548" v="331" actId="478"/>
          <ac:spMkLst>
            <pc:docMk/>
            <pc:sldMk cId="3894867642" sldId="315"/>
            <ac:spMk id="70" creationId="{4ACEF0EE-6FEA-5A09-DCE3-224AFB35EAA5}"/>
          </ac:spMkLst>
        </pc:spChg>
        <pc:spChg chg="add mod">
          <ac:chgData name="Morgan Clark" userId="60e76299-941b-48fe-9910-607ce18eff76" providerId="ADAL" clId="{C9E08C3F-2F1C-CB48-B26E-16FE097AD1FF}" dt="2025-06-06T22:07:44.853" v="340"/>
          <ac:spMkLst>
            <pc:docMk/>
            <pc:sldMk cId="3894867642" sldId="315"/>
            <ac:spMk id="71" creationId="{2233E17D-ED19-3057-D671-95B1EB2E02B7}"/>
          </ac:spMkLst>
        </pc:spChg>
        <pc:spChg chg="add mod">
          <ac:chgData name="Morgan Clark" userId="60e76299-941b-48fe-9910-607ce18eff76" providerId="ADAL" clId="{C9E08C3F-2F1C-CB48-B26E-16FE097AD1FF}" dt="2025-06-06T22:07:44.853" v="340"/>
          <ac:spMkLst>
            <pc:docMk/>
            <pc:sldMk cId="3894867642" sldId="315"/>
            <ac:spMk id="72" creationId="{C8697244-F0B6-58BB-8461-6FDBE813229A}"/>
          </ac:spMkLst>
        </pc:spChg>
        <pc:spChg chg="add mod">
          <ac:chgData name="Morgan Clark" userId="60e76299-941b-48fe-9910-607ce18eff76" providerId="ADAL" clId="{C9E08C3F-2F1C-CB48-B26E-16FE097AD1FF}" dt="2025-06-06T22:07:44.853" v="340"/>
          <ac:spMkLst>
            <pc:docMk/>
            <pc:sldMk cId="3894867642" sldId="315"/>
            <ac:spMk id="73" creationId="{7D188481-02FD-4318-D180-EBF63A6FE4C8}"/>
          </ac:spMkLst>
        </pc:spChg>
        <pc:spChg chg="add mod">
          <ac:chgData name="Morgan Clark" userId="60e76299-941b-48fe-9910-607ce18eff76" providerId="ADAL" clId="{C9E08C3F-2F1C-CB48-B26E-16FE097AD1FF}" dt="2025-06-06T22:07:44.853" v="340"/>
          <ac:spMkLst>
            <pc:docMk/>
            <pc:sldMk cId="3894867642" sldId="315"/>
            <ac:spMk id="74" creationId="{CA5A8782-8910-6520-4FB6-4612B2281FE5}"/>
          </ac:spMkLst>
        </pc:spChg>
        <pc:spChg chg="add mod">
          <ac:chgData name="Morgan Clark" userId="60e76299-941b-48fe-9910-607ce18eff76" providerId="ADAL" clId="{C9E08C3F-2F1C-CB48-B26E-16FE097AD1FF}" dt="2025-06-06T22:07:44.853" v="340"/>
          <ac:spMkLst>
            <pc:docMk/>
            <pc:sldMk cId="3894867642" sldId="315"/>
            <ac:spMk id="75" creationId="{959D3DE9-4FE2-69AF-B993-A0240CB5727A}"/>
          </ac:spMkLst>
        </pc:spChg>
        <pc:spChg chg="add mod">
          <ac:chgData name="Morgan Clark" userId="60e76299-941b-48fe-9910-607ce18eff76" providerId="ADAL" clId="{C9E08C3F-2F1C-CB48-B26E-16FE097AD1FF}" dt="2025-06-06T22:07:44.853" v="340"/>
          <ac:spMkLst>
            <pc:docMk/>
            <pc:sldMk cId="3894867642" sldId="315"/>
            <ac:spMk id="76" creationId="{2A8EE8FC-CAAE-E59A-6C2D-CA49880D4781}"/>
          </ac:spMkLst>
        </pc:spChg>
        <pc:spChg chg="add mod">
          <ac:chgData name="Morgan Clark" userId="60e76299-941b-48fe-9910-607ce18eff76" providerId="ADAL" clId="{C9E08C3F-2F1C-CB48-B26E-16FE097AD1FF}" dt="2025-06-06T22:07:44.853" v="340"/>
          <ac:spMkLst>
            <pc:docMk/>
            <pc:sldMk cId="3894867642" sldId="315"/>
            <ac:spMk id="77" creationId="{6CD649A5-18CD-6D7C-E143-7D5E16D75894}"/>
          </ac:spMkLst>
        </pc:spChg>
        <pc:spChg chg="add mod">
          <ac:chgData name="Morgan Clark" userId="60e76299-941b-48fe-9910-607ce18eff76" providerId="ADAL" clId="{C9E08C3F-2F1C-CB48-B26E-16FE097AD1FF}" dt="2025-06-06T22:07:44.853" v="340"/>
          <ac:spMkLst>
            <pc:docMk/>
            <pc:sldMk cId="3894867642" sldId="315"/>
            <ac:spMk id="78" creationId="{DF35C7A3-72DB-113D-523E-CBAEB6F99EF9}"/>
          </ac:spMkLst>
        </pc:spChg>
        <pc:spChg chg="add mod">
          <ac:chgData name="Morgan Clark" userId="60e76299-941b-48fe-9910-607ce18eff76" providerId="ADAL" clId="{C9E08C3F-2F1C-CB48-B26E-16FE097AD1FF}" dt="2025-06-06T22:07:44.853" v="340"/>
          <ac:spMkLst>
            <pc:docMk/>
            <pc:sldMk cId="3894867642" sldId="315"/>
            <ac:spMk id="79" creationId="{938F6580-BEFB-35C2-250C-D0F3B946A434}"/>
          </ac:spMkLst>
        </pc:spChg>
        <pc:spChg chg="add mod">
          <ac:chgData name="Morgan Clark" userId="60e76299-941b-48fe-9910-607ce18eff76" providerId="ADAL" clId="{C9E08C3F-2F1C-CB48-B26E-16FE097AD1FF}" dt="2025-06-06T22:07:44.853" v="340"/>
          <ac:spMkLst>
            <pc:docMk/>
            <pc:sldMk cId="3894867642" sldId="315"/>
            <ac:spMk id="80" creationId="{417C65A7-ED85-36BA-C922-A167082D963A}"/>
          </ac:spMkLst>
        </pc:spChg>
        <pc:spChg chg="add mod">
          <ac:chgData name="Morgan Clark" userId="60e76299-941b-48fe-9910-607ce18eff76" providerId="ADAL" clId="{C9E08C3F-2F1C-CB48-B26E-16FE097AD1FF}" dt="2025-06-06T22:11:23.862" v="361" actId="207"/>
          <ac:spMkLst>
            <pc:docMk/>
            <pc:sldMk cId="3894867642" sldId="315"/>
            <ac:spMk id="82" creationId="{8FBE208D-7484-C0E2-13B8-EC8DFCF81902}"/>
          </ac:spMkLst>
        </pc:spChg>
        <pc:spChg chg="add mod">
          <ac:chgData name="Morgan Clark" userId="60e76299-941b-48fe-9910-607ce18eff76" providerId="ADAL" clId="{C9E08C3F-2F1C-CB48-B26E-16FE097AD1FF}" dt="2025-06-06T22:09:48.494" v="352" actId="1076"/>
          <ac:spMkLst>
            <pc:docMk/>
            <pc:sldMk cId="3894867642" sldId="315"/>
            <ac:spMk id="83" creationId="{B7984138-4EAF-D290-E6E2-840388913EA6}"/>
          </ac:spMkLst>
        </pc:spChg>
        <pc:spChg chg="add mod">
          <ac:chgData name="Morgan Clark" userId="60e76299-941b-48fe-9910-607ce18eff76" providerId="ADAL" clId="{C9E08C3F-2F1C-CB48-B26E-16FE097AD1FF}" dt="2025-06-06T22:11:23.862" v="361" actId="207"/>
          <ac:spMkLst>
            <pc:docMk/>
            <pc:sldMk cId="3894867642" sldId="315"/>
            <ac:spMk id="84" creationId="{50164A34-3B31-EC89-3C6F-FA271D7C2672}"/>
          </ac:spMkLst>
        </pc:spChg>
        <pc:spChg chg="add mod">
          <ac:chgData name="Morgan Clark" userId="60e76299-941b-48fe-9910-607ce18eff76" providerId="ADAL" clId="{C9E08C3F-2F1C-CB48-B26E-16FE097AD1FF}" dt="2025-06-06T22:10:16.946" v="354" actId="1076"/>
          <ac:spMkLst>
            <pc:docMk/>
            <pc:sldMk cId="3894867642" sldId="315"/>
            <ac:spMk id="85" creationId="{7EECA108-B716-F205-F89C-BCF57480C90C}"/>
          </ac:spMkLst>
        </pc:spChg>
        <pc:spChg chg="add mod">
          <ac:chgData name="Morgan Clark" userId="60e76299-941b-48fe-9910-607ce18eff76" providerId="ADAL" clId="{C9E08C3F-2F1C-CB48-B26E-16FE097AD1FF}" dt="2025-06-06T22:11:23.862" v="361" actId="207"/>
          <ac:spMkLst>
            <pc:docMk/>
            <pc:sldMk cId="3894867642" sldId="315"/>
            <ac:spMk id="86" creationId="{249766A3-BD47-8870-9695-785A9E88F808}"/>
          </ac:spMkLst>
        </pc:spChg>
        <pc:spChg chg="add mod">
          <ac:chgData name="Morgan Clark" userId="60e76299-941b-48fe-9910-607ce18eff76" providerId="ADAL" clId="{C9E08C3F-2F1C-CB48-B26E-16FE097AD1FF}" dt="2025-06-06T22:08:43.880" v="347" actId="12"/>
          <ac:spMkLst>
            <pc:docMk/>
            <pc:sldMk cId="3894867642" sldId="315"/>
            <ac:spMk id="87" creationId="{21187C8B-ECCC-4820-846C-28B91DB45DEB}"/>
          </ac:spMkLst>
        </pc:spChg>
        <pc:spChg chg="add mod">
          <ac:chgData name="Morgan Clark" userId="60e76299-941b-48fe-9910-607ce18eff76" providerId="ADAL" clId="{C9E08C3F-2F1C-CB48-B26E-16FE097AD1FF}" dt="2025-06-06T22:11:23.862" v="361" actId="207"/>
          <ac:spMkLst>
            <pc:docMk/>
            <pc:sldMk cId="3894867642" sldId="315"/>
            <ac:spMk id="88" creationId="{D845B35E-DBA0-33D6-14AB-173EE031CEA0}"/>
          </ac:spMkLst>
        </pc:spChg>
        <pc:spChg chg="add mod">
          <ac:chgData name="Morgan Clark" userId="60e76299-941b-48fe-9910-607ce18eff76" providerId="ADAL" clId="{C9E08C3F-2F1C-CB48-B26E-16FE097AD1FF}" dt="2025-06-06T22:14:18.578" v="434" actId="14100"/>
          <ac:spMkLst>
            <pc:docMk/>
            <pc:sldMk cId="3894867642" sldId="315"/>
            <ac:spMk id="89" creationId="{B6A9E47F-8030-64D8-8406-BCF734D65A35}"/>
          </ac:spMkLst>
        </pc:spChg>
        <pc:spChg chg="add mod">
          <ac:chgData name="Morgan Clark" userId="60e76299-941b-48fe-9910-607ce18eff76" providerId="ADAL" clId="{C9E08C3F-2F1C-CB48-B26E-16FE097AD1FF}" dt="2025-06-06T22:14:25.574" v="438" actId="1035"/>
          <ac:spMkLst>
            <pc:docMk/>
            <pc:sldMk cId="3894867642" sldId="315"/>
            <ac:spMk id="90" creationId="{BD905654-3779-2869-84ED-A7EFBB3F8A8D}"/>
          </ac:spMkLst>
        </pc:spChg>
        <pc:spChg chg="add mod">
          <ac:chgData name="Morgan Clark" userId="60e76299-941b-48fe-9910-607ce18eff76" providerId="ADAL" clId="{C9E08C3F-2F1C-CB48-B26E-16FE097AD1FF}" dt="2025-06-06T22:14:34.012" v="439" actId="14100"/>
          <ac:spMkLst>
            <pc:docMk/>
            <pc:sldMk cId="3894867642" sldId="315"/>
            <ac:spMk id="91" creationId="{00E19F06-80A5-4D4F-0029-92AEB50FF65B}"/>
          </ac:spMkLst>
        </pc:spChg>
        <pc:spChg chg="add del mod">
          <ac:chgData name="Morgan Clark" userId="60e76299-941b-48fe-9910-607ce18eff76" providerId="ADAL" clId="{C9E08C3F-2F1C-CB48-B26E-16FE097AD1FF}" dt="2025-06-06T22:25:58.387" v="520" actId="478"/>
          <ac:spMkLst>
            <pc:docMk/>
            <pc:sldMk cId="3894867642" sldId="315"/>
            <ac:spMk id="93" creationId="{206DFDFD-BD64-83E0-6AEF-539F48016A02}"/>
          </ac:spMkLst>
        </pc:spChg>
        <pc:spChg chg="add del mod">
          <ac:chgData name="Morgan Clark" userId="60e76299-941b-48fe-9910-607ce18eff76" providerId="ADAL" clId="{C9E08C3F-2F1C-CB48-B26E-16FE097AD1FF}" dt="2025-06-06T22:25:58.387" v="520" actId="478"/>
          <ac:spMkLst>
            <pc:docMk/>
            <pc:sldMk cId="3894867642" sldId="315"/>
            <ac:spMk id="94" creationId="{7A46EC5C-9110-34BC-AB35-65231D0055CD}"/>
          </ac:spMkLst>
        </pc:spChg>
        <pc:spChg chg="add del mod">
          <ac:chgData name="Morgan Clark" userId="60e76299-941b-48fe-9910-607ce18eff76" providerId="ADAL" clId="{C9E08C3F-2F1C-CB48-B26E-16FE097AD1FF}" dt="2025-06-06T22:25:58.387" v="520" actId="478"/>
          <ac:spMkLst>
            <pc:docMk/>
            <pc:sldMk cId="3894867642" sldId="315"/>
            <ac:spMk id="95" creationId="{F544CF55-3DBC-F601-C35B-BDDB1A740141}"/>
          </ac:spMkLst>
        </pc:spChg>
        <pc:spChg chg="add del mod">
          <ac:chgData name="Morgan Clark" userId="60e76299-941b-48fe-9910-607ce18eff76" providerId="ADAL" clId="{C9E08C3F-2F1C-CB48-B26E-16FE097AD1FF}" dt="2025-06-06T22:25:58.387" v="520" actId="478"/>
          <ac:spMkLst>
            <pc:docMk/>
            <pc:sldMk cId="3894867642" sldId="315"/>
            <ac:spMk id="96" creationId="{F65E89FC-FE4C-B83E-549A-238D4FF0EB9F}"/>
          </ac:spMkLst>
        </pc:spChg>
        <pc:spChg chg="add del mod">
          <ac:chgData name="Morgan Clark" userId="60e76299-941b-48fe-9910-607ce18eff76" providerId="ADAL" clId="{C9E08C3F-2F1C-CB48-B26E-16FE097AD1FF}" dt="2025-06-06T22:25:58.387" v="520" actId="478"/>
          <ac:spMkLst>
            <pc:docMk/>
            <pc:sldMk cId="3894867642" sldId="315"/>
            <ac:spMk id="97" creationId="{B34FEACF-DAF9-C98F-938F-6A5CE011D8CA}"/>
          </ac:spMkLst>
        </pc:spChg>
        <pc:spChg chg="add del mod">
          <ac:chgData name="Morgan Clark" userId="60e76299-941b-48fe-9910-607ce18eff76" providerId="ADAL" clId="{C9E08C3F-2F1C-CB48-B26E-16FE097AD1FF}" dt="2025-06-06T22:34:24.828" v="608" actId="478"/>
          <ac:spMkLst>
            <pc:docMk/>
            <pc:sldMk cId="3894867642" sldId="315"/>
            <ac:spMk id="98" creationId="{59FCE4C7-64A3-271B-AC03-3899391814AE}"/>
          </ac:spMkLst>
        </pc:spChg>
        <pc:spChg chg="add del mod">
          <ac:chgData name="Morgan Clark" userId="60e76299-941b-48fe-9910-607ce18eff76" providerId="ADAL" clId="{C9E08C3F-2F1C-CB48-B26E-16FE097AD1FF}" dt="2025-06-06T22:34:24.828" v="608" actId="478"/>
          <ac:spMkLst>
            <pc:docMk/>
            <pc:sldMk cId="3894867642" sldId="315"/>
            <ac:spMk id="99" creationId="{87F5E64A-211B-9A06-892C-E0BBBC1E52EF}"/>
          </ac:spMkLst>
        </pc:spChg>
        <pc:spChg chg="add del mod">
          <ac:chgData name="Morgan Clark" userId="60e76299-941b-48fe-9910-607ce18eff76" providerId="ADAL" clId="{C9E08C3F-2F1C-CB48-B26E-16FE097AD1FF}" dt="2025-06-06T22:34:24.828" v="608" actId="478"/>
          <ac:spMkLst>
            <pc:docMk/>
            <pc:sldMk cId="3894867642" sldId="315"/>
            <ac:spMk id="100" creationId="{39155247-5A38-0460-6B1F-1E36F1C702C3}"/>
          </ac:spMkLst>
        </pc:spChg>
        <pc:spChg chg="add del mod">
          <ac:chgData name="Morgan Clark" userId="60e76299-941b-48fe-9910-607ce18eff76" providerId="ADAL" clId="{C9E08C3F-2F1C-CB48-B26E-16FE097AD1FF}" dt="2025-06-06T22:34:24.828" v="608" actId="478"/>
          <ac:spMkLst>
            <pc:docMk/>
            <pc:sldMk cId="3894867642" sldId="315"/>
            <ac:spMk id="101" creationId="{3A847DFD-DCC9-BEFD-4F33-A647C324C573}"/>
          </ac:spMkLst>
        </pc:spChg>
        <pc:spChg chg="add del mod">
          <ac:chgData name="Morgan Clark" userId="60e76299-941b-48fe-9910-607ce18eff76" providerId="ADAL" clId="{C9E08C3F-2F1C-CB48-B26E-16FE097AD1FF}" dt="2025-06-06T22:34:24.828" v="608" actId="478"/>
          <ac:spMkLst>
            <pc:docMk/>
            <pc:sldMk cId="3894867642" sldId="315"/>
            <ac:spMk id="102" creationId="{D6C798B7-AB77-E85F-1DAB-9B6412C3B97C}"/>
          </ac:spMkLst>
        </pc:spChg>
        <pc:cxnChg chg="add mod">
          <ac:chgData name="Morgan Clark" userId="60e76299-941b-48fe-9910-607ce18eff76" providerId="ADAL" clId="{C9E08C3F-2F1C-CB48-B26E-16FE097AD1FF}" dt="2025-06-06T22:04:17.713" v="335"/>
          <ac:cxnSpMkLst>
            <pc:docMk/>
            <pc:sldMk cId="3894867642" sldId="315"/>
            <ac:cxnSpMk id="81" creationId="{4A4A3AEB-A872-C4C8-432F-C4B4A365B38F}"/>
          </ac:cxnSpMkLst>
        </pc:cxnChg>
        <pc:cxnChg chg="add mod">
          <ac:chgData name="Morgan Clark" userId="60e76299-941b-48fe-9910-607ce18eff76" providerId="ADAL" clId="{C9E08C3F-2F1C-CB48-B26E-16FE097AD1FF}" dt="2025-06-06T22:37:35.837" v="625" actId="692"/>
          <ac:cxnSpMkLst>
            <pc:docMk/>
            <pc:sldMk cId="3894867642" sldId="315"/>
            <ac:cxnSpMk id="92" creationId="{163890BD-D9E5-BB17-4ADE-A9A52373ED8D}"/>
          </ac:cxnSpMkLst>
        </pc:cxnChg>
      </pc:sldChg>
      <pc:sldChg chg="addSp delSp modSp add del mod">
        <pc:chgData name="Morgan Clark" userId="60e76299-941b-48fe-9910-607ce18eff76" providerId="ADAL" clId="{C9E08C3F-2F1C-CB48-B26E-16FE097AD1FF}" dt="2025-06-06T22:28:54.287" v="559" actId="478"/>
        <pc:sldMkLst>
          <pc:docMk/>
          <pc:sldMk cId="744427979" sldId="316"/>
        </pc:sldMkLst>
        <pc:spChg chg="del">
          <ac:chgData name="Morgan Clark" userId="60e76299-941b-48fe-9910-607ce18eff76" providerId="ADAL" clId="{C9E08C3F-2F1C-CB48-B26E-16FE097AD1FF}" dt="2025-06-06T22:28:54.287" v="559" actId="478"/>
          <ac:spMkLst>
            <pc:docMk/>
            <pc:sldMk cId="744427979" sldId="316"/>
            <ac:spMk id="2" creationId="{38ADA182-8F41-4065-A868-73DADB2668B5}"/>
          </ac:spMkLst>
        </pc:spChg>
        <pc:spChg chg="mod">
          <ac:chgData name="Morgan Clark" userId="60e76299-941b-48fe-9910-607ce18eff76" providerId="ADAL" clId="{C9E08C3F-2F1C-CB48-B26E-16FE097AD1FF}" dt="2025-06-06T22:17:29.869" v="462"/>
          <ac:spMkLst>
            <pc:docMk/>
            <pc:sldMk cId="744427979" sldId="316"/>
            <ac:spMk id="3" creationId="{0F8B3DE7-7B19-B8D0-B1A4-F8A615AA2E3C}"/>
          </ac:spMkLst>
        </pc:spChg>
        <pc:spChg chg="mod">
          <ac:chgData name="Morgan Clark" userId="60e76299-941b-48fe-9910-607ce18eff76" providerId="ADAL" clId="{C9E08C3F-2F1C-CB48-B26E-16FE097AD1FF}" dt="2025-06-06T22:17:39.117" v="466" actId="20577"/>
          <ac:spMkLst>
            <pc:docMk/>
            <pc:sldMk cId="744427979" sldId="316"/>
            <ac:spMk id="4" creationId="{8CA962CF-83B0-F935-AE83-CAB27E5E992E}"/>
          </ac:spMkLst>
        </pc:spChg>
        <pc:spChg chg="mod">
          <ac:chgData name="Morgan Clark" userId="60e76299-941b-48fe-9910-607ce18eff76" providerId="ADAL" clId="{C9E08C3F-2F1C-CB48-B26E-16FE097AD1FF}" dt="2025-06-06T22:18:13.130" v="469" actId="20577"/>
          <ac:spMkLst>
            <pc:docMk/>
            <pc:sldMk cId="744427979" sldId="316"/>
            <ac:spMk id="5" creationId="{4DDF25AB-C7C1-5234-3008-E009847DC03F}"/>
          </ac:spMkLst>
        </pc:spChg>
        <pc:spChg chg="mod">
          <ac:chgData name="Morgan Clark" userId="60e76299-941b-48fe-9910-607ce18eff76" providerId="ADAL" clId="{C9E08C3F-2F1C-CB48-B26E-16FE097AD1FF}" dt="2025-06-06T22:20:40.432" v="499" actId="20577"/>
          <ac:spMkLst>
            <pc:docMk/>
            <pc:sldMk cId="744427979" sldId="316"/>
            <ac:spMk id="6" creationId="{931B2E10-F4A0-A2CC-26CD-FA2629C051A5}"/>
          </ac:spMkLst>
        </pc:spChg>
        <pc:spChg chg="del mod">
          <ac:chgData name="Morgan Clark" userId="60e76299-941b-48fe-9910-607ce18eff76" providerId="ADAL" clId="{C9E08C3F-2F1C-CB48-B26E-16FE097AD1FF}" dt="2025-06-06T22:24:16.612" v="500" actId="931"/>
          <ac:spMkLst>
            <pc:docMk/>
            <pc:sldMk cId="744427979" sldId="316"/>
            <ac:spMk id="7" creationId="{BBCD5265-C3D0-9D0E-848D-19F1A29CBDBC}"/>
          </ac:spMkLst>
        </pc:spChg>
        <pc:spChg chg="mod">
          <ac:chgData name="Morgan Clark" userId="60e76299-941b-48fe-9910-607ce18eff76" providerId="ADAL" clId="{C9E08C3F-2F1C-CB48-B26E-16FE097AD1FF}" dt="2025-06-06T22:18:25.661" v="471" actId="20577"/>
          <ac:spMkLst>
            <pc:docMk/>
            <pc:sldMk cId="744427979" sldId="316"/>
            <ac:spMk id="8" creationId="{D2699630-4881-72FA-6A9D-0C107795258F}"/>
          </ac:spMkLst>
        </pc:spChg>
        <pc:spChg chg="mod">
          <ac:chgData name="Morgan Clark" userId="60e76299-941b-48fe-9910-607ce18eff76" providerId="ADAL" clId="{C9E08C3F-2F1C-CB48-B26E-16FE097AD1FF}" dt="2025-06-06T22:20:34.653" v="495" actId="20577"/>
          <ac:spMkLst>
            <pc:docMk/>
            <pc:sldMk cId="744427979" sldId="316"/>
            <ac:spMk id="9" creationId="{E7C05D69-57D5-4F75-D193-9E280CE4E0AC}"/>
          </ac:spMkLst>
        </pc:spChg>
        <pc:spChg chg="del">
          <ac:chgData name="Morgan Clark" userId="60e76299-941b-48fe-9910-607ce18eff76" providerId="ADAL" clId="{C9E08C3F-2F1C-CB48-B26E-16FE097AD1FF}" dt="2025-06-06T22:24:16.612" v="500" actId="931"/>
          <ac:spMkLst>
            <pc:docMk/>
            <pc:sldMk cId="744427979" sldId="316"/>
            <ac:spMk id="10" creationId="{8068FBC3-C344-792B-0D8A-65C46417D13E}"/>
          </ac:spMkLst>
        </pc:spChg>
        <pc:spChg chg="mod">
          <ac:chgData name="Morgan Clark" userId="60e76299-941b-48fe-9910-607ce18eff76" providerId="ADAL" clId="{C9E08C3F-2F1C-CB48-B26E-16FE097AD1FF}" dt="2025-06-06T22:18:36.100" v="473" actId="20577"/>
          <ac:spMkLst>
            <pc:docMk/>
            <pc:sldMk cId="744427979" sldId="316"/>
            <ac:spMk id="11" creationId="{16474301-05E7-48A3-9D1E-58904899D129}"/>
          </ac:spMkLst>
        </pc:spChg>
        <pc:spChg chg="mod">
          <ac:chgData name="Morgan Clark" userId="60e76299-941b-48fe-9910-607ce18eff76" providerId="ADAL" clId="{C9E08C3F-2F1C-CB48-B26E-16FE097AD1FF}" dt="2025-06-06T22:20:17.955" v="486" actId="255"/>
          <ac:spMkLst>
            <pc:docMk/>
            <pc:sldMk cId="744427979" sldId="316"/>
            <ac:spMk id="12" creationId="{8C434F81-8D56-AEB2-C011-B8CBD36C6209}"/>
          </ac:spMkLst>
        </pc:spChg>
        <pc:spChg chg="del">
          <ac:chgData name="Morgan Clark" userId="60e76299-941b-48fe-9910-607ce18eff76" providerId="ADAL" clId="{C9E08C3F-2F1C-CB48-B26E-16FE097AD1FF}" dt="2025-06-06T22:24:16.612" v="500" actId="931"/>
          <ac:spMkLst>
            <pc:docMk/>
            <pc:sldMk cId="744427979" sldId="316"/>
            <ac:spMk id="13" creationId="{C850943C-9BF5-3730-726D-DFDD3110D357}"/>
          </ac:spMkLst>
        </pc:spChg>
        <pc:spChg chg="mod">
          <ac:chgData name="Morgan Clark" userId="60e76299-941b-48fe-9910-607ce18eff76" providerId="ADAL" clId="{C9E08C3F-2F1C-CB48-B26E-16FE097AD1FF}" dt="2025-06-06T22:18:48.649" v="475" actId="20577"/>
          <ac:spMkLst>
            <pc:docMk/>
            <pc:sldMk cId="744427979" sldId="316"/>
            <ac:spMk id="14" creationId="{FC11ECD0-CECC-9C6C-9C89-20EB6037B1D2}"/>
          </ac:spMkLst>
        </pc:spChg>
        <pc:spChg chg="mod">
          <ac:chgData name="Morgan Clark" userId="60e76299-941b-48fe-9910-607ce18eff76" providerId="ADAL" clId="{C9E08C3F-2F1C-CB48-B26E-16FE097AD1FF}" dt="2025-06-06T22:20:30.640" v="494" actId="20577"/>
          <ac:spMkLst>
            <pc:docMk/>
            <pc:sldMk cId="744427979" sldId="316"/>
            <ac:spMk id="15" creationId="{9C2E2750-1D44-2396-DCE9-C13436344CE9}"/>
          </ac:spMkLst>
        </pc:spChg>
        <pc:spChg chg="del mod">
          <ac:chgData name="Morgan Clark" userId="60e76299-941b-48fe-9910-607ce18eff76" providerId="ADAL" clId="{C9E08C3F-2F1C-CB48-B26E-16FE097AD1FF}" dt="2025-06-06T22:24:16.612" v="500" actId="931"/>
          <ac:spMkLst>
            <pc:docMk/>
            <pc:sldMk cId="744427979" sldId="316"/>
            <ac:spMk id="16" creationId="{E6C171A4-9F0B-8165-4B85-1367169E5CA7}"/>
          </ac:spMkLst>
        </pc:spChg>
        <pc:picChg chg="add mod">
          <ac:chgData name="Morgan Clark" userId="60e76299-941b-48fe-9910-607ce18eff76" providerId="ADAL" clId="{C9E08C3F-2F1C-CB48-B26E-16FE097AD1FF}" dt="2025-06-06T22:24:50.416" v="510" actId="1076"/>
          <ac:picMkLst>
            <pc:docMk/>
            <pc:sldMk cId="744427979" sldId="316"/>
            <ac:picMk id="18" creationId="{52A2329B-6F48-5377-0C35-DD6897642EAF}"/>
          </ac:picMkLst>
        </pc:picChg>
        <pc:picChg chg="add mod">
          <ac:chgData name="Morgan Clark" userId="60e76299-941b-48fe-9910-607ce18eff76" providerId="ADAL" clId="{C9E08C3F-2F1C-CB48-B26E-16FE097AD1FF}" dt="2025-06-06T22:24:34.068" v="504" actId="1076"/>
          <ac:picMkLst>
            <pc:docMk/>
            <pc:sldMk cId="744427979" sldId="316"/>
            <ac:picMk id="20" creationId="{C37167A5-2DEA-6B0A-DBED-7ADCD1A9EE95}"/>
          </ac:picMkLst>
        </pc:picChg>
        <pc:picChg chg="add mod">
          <ac:chgData name="Morgan Clark" userId="60e76299-941b-48fe-9910-607ce18eff76" providerId="ADAL" clId="{C9E08C3F-2F1C-CB48-B26E-16FE097AD1FF}" dt="2025-06-06T22:24:41.629" v="508" actId="1037"/>
          <ac:picMkLst>
            <pc:docMk/>
            <pc:sldMk cId="744427979" sldId="316"/>
            <ac:picMk id="22" creationId="{BEABB85F-6FA7-8320-FFDB-07D242456E77}"/>
          </ac:picMkLst>
        </pc:picChg>
        <pc:picChg chg="add mod">
          <ac:chgData name="Morgan Clark" userId="60e76299-941b-48fe-9910-607ce18eff76" providerId="ADAL" clId="{C9E08C3F-2F1C-CB48-B26E-16FE097AD1FF}" dt="2025-06-06T22:24:54.041" v="511" actId="1076"/>
          <ac:picMkLst>
            <pc:docMk/>
            <pc:sldMk cId="744427979" sldId="316"/>
            <ac:picMk id="24" creationId="{54ABC724-0B5C-E69E-1831-CE208EA6805A}"/>
          </ac:picMkLst>
        </pc:picChg>
      </pc:sldChg>
      <pc:sldChg chg="delSp modSp add mod">
        <pc:chgData name="Morgan Clark" userId="60e76299-941b-48fe-9910-607ce18eff76" providerId="ADAL" clId="{C9E08C3F-2F1C-CB48-B26E-16FE097AD1FF}" dt="2025-06-06T22:35:08.227" v="611" actId="478"/>
        <pc:sldMkLst>
          <pc:docMk/>
          <pc:sldMk cId="1036523107" sldId="317"/>
        </pc:sldMkLst>
        <pc:spChg chg="del">
          <ac:chgData name="Morgan Clark" userId="60e76299-941b-48fe-9910-607ce18eff76" providerId="ADAL" clId="{C9E08C3F-2F1C-CB48-B26E-16FE097AD1FF}" dt="2025-06-06T22:35:08.227" v="611" actId="478"/>
          <ac:spMkLst>
            <pc:docMk/>
            <pc:sldMk cId="1036523107" sldId="317"/>
            <ac:spMk id="2" creationId="{B2604587-F292-C4CA-23D8-34AD0E244B25}"/>
          </ac:spMkLst>
        </pc:spChg>
        <pc:spChg chg="mod">
          <ac:chgData name="Morgan Clark" userId="60e76299-941b-48fe-9910-607ce18eff76" providerId="ADAL" clId="{C9E08C3F-2F1C-CB48-B26E-16FE097AD1FF}" dt="2025-06-06T22:31:32.604" v="589" actId="1076"/>
          <ac:spMkLst>
            <pc:docMk/>
            <pc:sldMk cId="1036523107" sldId="317"/>
            <ac:spMk id="3" creationId="{E06E9671-74CC-5912-1DF4-C6AB64B1C118}"/>
          </ac:spMkLst>
        </pc:spChg>
        <pc:spChg chg="mod">
          <ac:chgData name="Morgan Clark" userId="60e76299-941b-48fe-9910-607ce18eff76" providerId="ADAL" clId="{C9E08C3F-2F1C-CB48-B26E-16FE097AD1FF}" dt="2025-06-06T22:31:32.604" v="589" actId="1076"/>
          <ac:spMkLst>
            <pc:docMk/>
            <pc:sldMk cId="1036523107" sldId="317"/>
            <ac:spMk id="4" creationId="{D1CC0990-13AE-80A6-71EB-C7164882791C}"/>
          </ac:spMkLst>
        </pc:spChg>
        <pc:spChg chg="mod">
          <ac:chgData name="Morgan Clark" userId="60e76299-941b-48fe-9910-607ce18eff76" providerId="ADAL" clId="{C9E08C3F-2F1C-CB48-B26E-16FE097AD1FF}" dt="2025-06-06T22:31:41.185" v="591" actId="14100"/>
          <ac:spMkLst>
            <pc:docMk/>
            <pc:sldMk cId="1036523107" sldId="317"/>
            <ac:spMk id="5" creationId="{61D7D11A-AADC-ACC4-8312-40C7F5679DF8}"/>
          </ac:spMkLst>
        </pc:spChg>
        <pc:spChg chg="del mod">
          <ac:chgData name="Morgan Clark" userId="60e76299-941b-48fe-9910-607ce18eff76" providerId="ADAL" clId="{C9E08C3F-2F1C-CB48-B26E-16FE097AD1FF}" dt="2025-06-06T22:30:44.612" v="572" actId="478"/>
          <ac:spMkLst>
            <pc:docMk/>
            <pc:sldMk cId="1036523107" sldId="317"/>
            <ac:spMk id="6" creationId="{DFED9606-B31F-D8AA-B54B-152E7D59503F}"/>
          </ac:spMkLst>
        </pc:spChg>
        <pc:spChg chg="del mod">
          <ac:chgData name="Morgan Clark" userId="60e76299-941b-48fe-9910-607ce18eff76" providerId="ADAL" clId="{C9E08C3F-2F1C-CB48-B26E-16FE097AD1FF}" dt="2025-06-06T22:30:45.977" v="573" actId="478"/>
          <ac:spMkLst>
            <pc:docMk/>
            <pc:sldMk cId="1036523107" sldId="317"/>
            <ac:spMk id="7" creationId="{CA50770E-750D-0E87-5DC3-1A5AB775E1A1}"/>
          </ac:spMkLst>
        </pc:spChg>
        <pc:spChg chg="del">
          <ac:chgData name="Morgan Clark" userId="60e76299-941b-48fe-9910-607ce18eff76" providerId="ADAL" clId="{C9E08C3F-2F1C-CB48-B26E-16FE097AD1FF}" dt="2025-06-06T22:33:19.224" v="606" actId="478"/>
          <ac:spMkLst>
            <pc:docMk/>
            <pc:sldMk cId="1036523107" sldId="317"/>
            <ac:spMk id="8" creationId="{B55E042C-6D1D-0955-BA1E-7D77CD8CCB2F}"/>
          </ac:spMkLst>
        </pc:spChg>
        <pc:spChg chg="del">
          <ac:chgData name="Morgan Clark" userId="60e76299-941b-48fe-9910-607ce18eff76" providerId="ADAL" clId="{C9E08C3F-2F1C-CB48-B26E-16FE097AD1FF}" dt="2025-06-06T22:33:19.224" v="606" actId="478"/>
          <ac:spMkLst>
            <pc:docMk/>
            <pc:sldMk cId="1036523107" sldId="317"/>
            <ac:spMk id="9" creationId="{3F8D2673-603D-7337-82FA-37B72CB137C4}"/>
          </ac:spMkLst>
        </pc:spChg>
        <pc:spChg chg="del">
          <ac:chgData name="Morgan Clark" userId="60e76299-941b-48fe-9910-607ce18eff76" providerId="ADAL" clId="{C9E08C3F-2F1C-CB48-B26E-16FE097AD1FF}" dt="2025-06-06T22:33:19.224" v="606" actId="478"/>
          <ac:spMkLst>
            <pc:docMk/>
            <pc:sldMk cId="1036523107" sldId="317"/>
            <ac:spMk id="10" creationId="{981E2B4A-C697-E1BE-A4B3-F961A6ED4C3C}"/>
          </ac:spMkLst>
        </pc:spChg>
        <pc:spChg chg="del">
          <ac:chgData name="Morgan Clark" userId="60e76299-941b-48fe-9910-607ce18eff76" providerId="ADAL" clId="{C9E08C3F-2F1C-CB48-B26E-16FE097AD1FF}" dt="2025-06-06T22:33:19.224" v="606" actId="478"/>
          <ac:spMkLst>
            <pc:docMk/>
            <pc:sldMk cId="1036523107" sldId="317"/>
            <ac:spMk id="11" creationId="{B4E0AFCD-35C3-FBF1-20EB-7CBEE4483F40}"/>
          </ac:spMkLst>
        </pc:spChg>
      </pc:sldChg>
      <pc:sldChg chg="del">
        <pc:chgData name="Morgan Clark" userId="60e76299-941b-48fe-9910-607ce18eff76" providerId="ADAL" clId="{C9E08C3F-2F1C-CB48-B26E-16FE097AD1FF}" dt="2025-06-05T22:57:08.995" v="303" actId="2696"/>
        <pc:sldMkLst>
          <pc:docMk/>
          <pc:sldMk cId="131192943" sldId="709"/>
        </pc:sldMkLst>
      </pc:sldChg>
      <pc:sldChg chg="del">
        <pc:chgData name="Morgan Clark" userId="60e76299-941b-48fe-9910-607ce18eff76" providerId="ADAL" clId="{C9E08C3F-2F1C-CB48-B26E-16FE097AD1FF}" dt="2025-06-06T22:28:03.016" v="550" actId="2696"/>
        <pc:sldMkLst>
          <pc:docMk/>
          <pc:sldMk cId="3996564080" sldId="2147481161"/>
        </pc:sldMkLst>
      </pc:sldChg>
      <pc:sldChg chg="del">
        <pc:chgData name="Morgan Clark" userId="60e76299-941b-48fe-9910-607ce18eff76" providerId="ADAL" clId="{C9E08C3F-2F1C-CB48-B26E-16FE097AD1FF}" dt="2025-06-06T22:58:37.342" v="818" actId="2696"/>
        <pc:sldMkLst>
          <pc:docMk/>
          <pc:sldMk cId="3937247580" sldId="2147481162"/>
        </pc:sldMkLst>
      </pc:sldChg>
      <pc:sldChg chg="del">
        <pc:chgData name="Morgan Clark" userId="60e76299-941b-48fe-9910-607ce18eff76" providerId="ADAL" clId="{C9E08C3F-2F1C-CB48-B26E-16FE097AD1FF}" dt="2025-06-06T22:28:07.103" v="551" actId="2696"/>
        <pc:sldMkLst>
          <pc:docMk/>
          <pc:sldMk cId="3324766691" sldId="2147481163"/>
        </pc:sldMkLst>
      </pc:sldChg>
      <pc:sldChg chg="del">
        <pc:chgData name="Morgan Clark" userId="60e76299-941b-48fe-9910-607ce18eff76" providerId="ADAL" clId="{C9E08C3F-2F1C-CB48-B26E-16FE097AD1FF}" dt="2025-06-06T22:34:00.324" v="607" actId="2696"/>
        <pc:sldMkLst>
          <pc:docMk/>
          <pc:sldMk cId="1504688128" sldId="2147481164"/>
        </pc:sldMkLst>
      </pc:sldChg>
      <pc:sldChg chg="addSp modSp add del mod">
        <pc:chgData name="Morgan Clark" userId="60e76299-941b-48fe-9910-607ce18eff76" providerId="ADAL" clId="{C9E08C3F-2F1C-CB48-B26E-16FE097AD1FF}" dt="2025-06-06T22:44:50.812" v="667" actId="2696"/>
        <pc:sldMkLst>
          <pc:docMk/>
          <pc:sldMk cId="2404796050" sldId="2147481165"/>
        </pc:sldMkLst>
        <pc:spChg chg="mod">
          <ac:chgData name="Morgan Clark" userId="60e76299-941b-48fe-9910-607ce18eff76" providerId="ADAL" clId="{C9E08C3F-2F1C-CB48-B26E-16FE097AD1FF}" dt="2025-06-06T22:41:03.008" v="650" actId="1076"/>
          <ac:spMkLst>
            <pc:docMk/>
            <pc:sldMk cId="2404796050" sldId="2147481165"/>
            <ac:spMk id="3" creationId="{1F2A87FB-D451-ABFD-BA8D-69E60C695E1C}"/>
          </ac:spMkLst>
        </pc:spChg>
        <pc:spChg chg="mod">
          <ac:chgData name="Morgan Clark" userId="60e76299-941b-48fe-9910-607ce18eff76" providerId="ADAL" clId="{C9E08C3F-2F1C-CB48-B26E-16FE097AD1FF}" dt="2025-06-06T22:40:41.466" v="647" actId="1076"/>
          <ac:spMkLst>
            <pc:docMk/>
            <pc:sldMk cId="2404796050" sldId="2147481165"/>
            <ac:spMk id="4" creationId="{5C0A603A-CF6D-7E3D-CA00-A49DD99F0BCA}"/>
          </ac:spMkLst>
        </pc:spChg>
        <pc:spChg chg="add mod">
          <ac:chgData name="Morgan Clark" userId="60e76299-941b-48fe-9910-607ce18eff76" providerId="ADAL" clId="{C9E08C3F-2F1C-CB48-B26E-16FE097AD1FF}" dt="2025-06-06T22:43:50.219" v="662" actId="20577"/>
          <ac:spMkLst>
            <pc:docMk/>
            <pc:sldMk cId="2404796050" sldId="2147481165"/>
            <ac:spMk id="7" creationId="{1F622623-785A-D987-1377-76B9D4B703BD}"/>
          </ac:spMkLst>
        </pc:spChg>
        <pc:spChg chg="mod">
          <ac:chgData name="Morgan Clark" userId="60e76299-941b-48fe-9910-607ce18eff76" providerId="ADAL" clId="{C9E08C3F-2F1C-CB48-B26E-16FE097AD1FF}" dt="2025-06-06T22:41:03.008" v="650" actId="1076"/>
          <ac:spMkLst>
            <pc:docMk/>
            <pc:sldMk cId="2404796050" sldId="2147481165"/>
            <ac:spMk id="9" creationId="{C4CBC32A-761E-0E0A-48A0-082473A931BE}"/>
          </ac:spMkLst>
        </pc:spChg>
        <pc:spChg chg="mod">
          <ac:chgData name="Morgan Clark" userId="60e76299-941b-48fe-9910-607ce18eff76" providerId="ADAL" clId="{C9E08C3F-2F1C-CB48-B26E-16FE097AD1FF}" dt="2025-06-06T22:42:32.989" v="656" actId="1076"/>
          <ac:spMkLst>
            <pc:docMk/>
            <pc:sldMk cId="2404796050" sldId="2147481165"/>
            <ac:spMk id="10" creationId="{A1E80A5D-941D-6AFF-6083-234746372982}"/>
          </ac:spMkLst>
        </pc:spChg>
        <pc:spChg chg="mod">
          <ac:chgData name="Morgan Clark" userId="60e76299-941b-48fe-9910-607ce18eff76" providerId="ADAL" clId="{C9E08C3F-2F1C-CB48-B26E-16FE097AD1FF}" dt="2025-06-06T22:41:03.008" v="650" actId="1076"/>
          <ac:spMkLst>
            <pc:docMk/>
            <pc:sldMk cId="2404796050" sldId="2147481165"/>
            <ac:spMk id="11" creationId="{BCFA4424-42A0-6988-A9F4-9620EF23CB12}"/>
          </ac:spMkLst>
        </pc:spChg>
        <pc:spChg chg="mod">
          <ac:chgData name="Morgan Clark" userId="60e76299-941b-48fe-9910-607ce18eff76" providerId="ADAL" clId="{C9E08C3F-2F1C-CB48-B26E-16FE097AD1FF}" dt="2025-06-06T22:42:32.989" v="656" actId="1076"/>
          <ac:spMkLst>
            <pc:docMk/>
            <pc:sldMk cId="2404796050" sldId="2147481165"/>
            <ac:spMk id="12" creationId="{9709E42D-D69A-46ED-7B85-2722398AB6D0}"/>
          </ac:spMkLst>
        </pc:spChg>
        <pc:spChg chg="mod">
          <ac:chgData name="Morgan Clark" userId="60e76299-941b-48fe-9910-607ce18eff76" providerId="ADAL" clId="{C9E08C3F-2F1C-CB48-B26E-16FE097AD1FF}" dt="2025-06-06T22:41:03.008" v="650" actId="1076"/>
          <ac:spMkLst>
            <pc:docMk/>
            <pc:sldMk cId="2404796050" sldId="2147481165"/>
            <ac:spMk id="13" creationId="{CBA48806-158E-0130-9724-4858F26883B5}"/>
          </ac:spMkLst>
        </pc:spChg>
        <pc:spChg chg="mod">
          <ac:chgData name="Morgan Clark" userId="60e76299-941b-48fe-9910-607ce18eff76" providerId="ADAL" clId="{C9E08C3F-2F1C-CB48-B26E-16FE097AD1FF}" dt="2025-06-06T22:42:32.989" v="656" actId="1076"/>
          <ac:spMkLst>
            <pc:docMk/>
            <pc:sldMk cId="2404796050" sldId="2147481165"/>
            <ac:spMk id="16" creationId="{981BF5AD-70F9-083D-FEF8-0540AA239889}"/>
          </ac:spMkLst>
        </pc:spChg>
        <pc:spChg chg="mod">
          <ac:chgData name="Morgan Clark" userId="60e76299-941b-48fe-9910-607ce18eff76" providerId="ADAL" clId="{C9E08C3F-2F1C-CB48-B26E-16FE097AD1FF}" dt="2025-06-06T22:40:01.238" v="641" actId="554"/>
          <ac:spMkLst>
            <pc:docMk/>
            <pc:sldMk cId="2404796050" sldId="2147481165"/>
            <ac:spMk id="17" creationId="{1436DB0C-76BF-C6CA-E47B-5876BE8E60E9}"/>
          </ac:spMkLst>
        </pc:spChg>
        <pc:spChg chg="mod">
          <ac:chgData name="Morgan Clark" userId="60e76299-941b-48fe-9910-607ce18eff76" providerId="ADAL" clId="{C9E08C3F-2F1C-CB48-B26E-16FE097AD1FF}" dt="2025-06-06T22:42:32.989" v="656" actId="1076"/>
          <ac:spMkLst>
            <pc:docMk/>
            <pc:sldMk cId="2404796050" sldId="2147481165"/>
            <ac:spMk id="18" creationId="{D0D4340F-C763-359B-1D78-E5EB58A3AA3D}"/>
          </ac:spMkLst>
        </pc:spChg>
        <pc:spChg chg="mod">
          <ac:chgData name="Morgan Clark" userId="60e76299-941b-48fe-9910-607ce18eff76" providerId="ADAL" clId="{C9E08C3F-2F1C-CB48-B26E-16FE097AD1FF}" dt="2025-06-06T22:42:32.989" v="656" actId="1076"/>
          <ac:spMkLst>
            <pc:docMk/>
            <pc:sldMk cId="2404796050" sldId="2147481165"/>
            <ac:spMk id="19" creationId="{327B14EF-37BF-8A45-9B47-3A0CBD9A0785}"/>
          </ac:spMkLst>
        </pc:spChg>
        <pc:spChg chg="mod">
          <ac:chgData name="Morgan Clark" userId="60e76299-941b-48fe-9910-607ce18eff76" providerId="ADAL" clId="{C9E08C3F-2F1C-CB48-B26E-16FE097AD1FF}" dt="2025-06-06T22:39:53.600" v="640" actId="554"/>
          <ac:spMkLst>
            <pc:docMk/>
            <pc:sldMk cId="2404796050" sldId="2147481165"/>
            <ac:spMk id="20" creationId="{42657B6A-9B43-97F8-D741-4189270DC9B0}"/>
          </ac:spMkLst>
        </pc:spChg>
        <pc:spChg chg="mod">
          <ac:chgData name="Morgan Clark" userId="60e76299-941b-48fe-9910-607ce18eff76" providerId="ADAL" clId="{C9E08C3F-2F1C-CB48-B26E-16FE097AD1FF}" dt="2025-06-06T22:42:32.989" v="656" actId="1076"/>
          <ac:spMkLst>
            <pc:docMk/>
            <pc:sldMk cId="2404796050" sldId="2147481165"/>
            <ac:spMk id="21" creationId="{146F5402-8B0D-7F2F-EAC7-CDBAC2386934}"/>
          </ac:spMkLst>
        </pc:spChg>
        <pc:spChg chg="mod">
          <ac:chgData name="Morgan Clark" userId="60e76299-941b-48fe-9910-607ce18eff76" providerId="ADAL" clId="{C9E08C3F-2F1C-CB48-B26E-16FE097AD1FF}" dt="2025-06-06T22:42:32.989" v="656" actId="1076"/>
          <ac:spMkLst>
            <pc:docMk/>
            <pc:sldMk cId="2404796050" sldId="2147481165"/>
            <ac:spMk id="22" creationId="{5C2E28A9-0622-3841-E256-87F08733EF78}"/>
          </ac:spMkLst>
        </pc:spChg>
        <pc:spChg chg="mod">
          <ac:chgData name="Morgan Clark" userId="60e76299-941b-48fe-9910-607ce18eff76" providerId="ADAL" clId="{C9E08C3F-2F1C-CB48-B26E-16FE097AD1FF}" dt="2025-06-06T22:42:32.989" v="656" actId="1076"/>
          <ac:spMkLst>
            <pc:docMk/>
            <pc:sldMk cId="2404796050" sldId="2147481165"/>
            <ac:spMk id="23" creationId="{0683FDED-4604-003D-42F9-2489F8E3B72A}"/>
          </ac:spMkLst>
        </pc:spChg>
        <pc:spChg chg="mod">
          <ac:chgData name="Morgan Clark" userId="60e76299-941b-48fe-9910-607ce18eff76" providerId="ADAL" clId="{C9E08C3F-2F1C-CB48-B26E-16FE097AD1FF}" dt="2025-06-06T22:41:03.008" v="650" actId="1076"/>
          <ac:spMkLst>
            <pc:docMk/>
            <pc:sldMk cId="2404796050" sldId="2147481165"/>
            <ac:spMk id="27" creationId="{3C25D1C6-68DE-D798-BC7A-00A56F14496B}"/>
          </ac:spMkLst>
        </pc:spChg>
        <pc:spChg chg="mod">
          <ac:chgData name="Morgan Clark" userId="60e76299-941b-48fe-9910-607ce18eff76" providerId="ADAL" clId="{C9E08C3F-2F1C-CB48-B26E-16FE097AD1FF}" dt="2025-06-06T22:42:32.989" v="656" actId="1076"/>
          <ac:spMkLst>
            <pc:docMk/>
            <pc:sldMk cId="2404796050" sldId="2147481165"/>
            <ac:spMk id="28" creationId="{1C218D41-8382-C7AC-17E5-A60FAED6C0A4}"/>
          </ac:spMkLst>
        </pc:spChg>
        <pc:spChg chg="mod">
          <ac:chgData name="Morgan Clark" userId="60e76299-941b-48fe-9910-607ce18eff76" providerId="ADAL" clId="{C9E08C3F-2F1C-CB48-B26E-16FE097AD1FF}" dt="2025-06-06T22:42:32.989" v="656" actId="1076"/>
          <ac:spMkLst>
            <pc:docMk/>
            <pc:sldMk cId="2404796050" sldId="2147481165"/>
            <ac:spMk id="36" creationId="{D8C06DC8-256D-160A-1F9F-C7E858F54371}"/>
          </ac:spMkLst>
        </pc:spChg>
        <pc:picChg chg="add mod">
          <ac:chgData name="Morgan Clark" userId="60e76299-941b-48fe-9910-607ce18eff76" providerId="ADAL" clId="{C9E08C3F-2F1C-CB48-B26E-16FE097AD1FF}" dt="2025-06-06T22:41:47.996" v="652" actId="931"/>
          <ac:picMkLst>
            <pc:docMk/>
            <pc:sldMk cId="2404796050" sldId="2147481165"/>
            <ac:picMk id="6" creationId="{8CA87BA5-456B-F236-BE6F-4375E9B1FEB5}"/>
          </ac:picMkLst>
        </pc:picChg>
        <pc:picChg chg="add mod">
          <ac:chgData name="Morgan Clark" userId="60e76299-941b-48fe-9910-607ce18eff76" providerId="ADAL" clId="{C9E08C3F-2F1C-CB48-B26E-16FE097AD1FF}" dt="2025-06-06T22:44:21.447" v="664" actId="1076"/>
          <ac:picMkLst>
            <pc:docMk/>
            <pc:sldMk cId="2404796050" sldId="2147481165"/>
            <ac:picMk id="14" creationId="{0FE67119-F930-9D61-0CE7-8837C1FABF82}"/>
          </ac:picMkLst>
        </pc:picChg>
      </pc:sldChg>
      <pc:sldChg chg="add del">
        <pc:chgData name="Morgan Clark" userId="60e76299-941b-48fe-9910-607ce18eff76" providerId="ADAL" clId="{C9E08C3F-2F1C-CB48-B26E-16FE097AD1FF}" dt="2025-06-05T22:20:30.856" v="57"/>
        <pc:sldMkLst>
          <pc:docMk/>
          <pc:sldMk cId="3475357947" sldId="2147481165"/>
        </pc:sldMkLst>
      </pc:sldChg>
      <pc:sldChg chg="delSp modSp add del mod">
        <pc:chgData name="Morgan Clark" userId="60e76299-941b-48fe-9910-607ce18eff76" providerId="ADAL" clId="{C9E08C3F-2F1C-CB48-B26E-16FE097AD1FF}" dt="2025-06-06T22:44:50.780" v="666" actId="2696"/>
        <pc:sldMkLst>
          <pc:docMk/>
          <pc:sldMk cId="3419660218" sldId="2147481166"/>
        </pc:sldMkLst>
        <pc:spChg chg="del mod">
          <ac:chgData name="Morgan Clark" userId="60e76299-941b-48fe-9910-607ce18eff76" providerId="ADAL" clId="{C9E08C3F-2F1C-CB48-B26E-16FE097AD1FF}" dt="2025-06-06T22:43:36.560" v="659" actId="21"/>
          <ac:spMkLst>
            <pc:docMk/>
            <pc:sldMk cId="3419660218" sldId="2147481166"/>
            <ac:spMk id="7" creationId="{6A225BAA-E5C8-31EF-6539-4D6545F7F043}"/>
          </ac:spMkLst>
        </pc:spChg>
      </pc:sldChg>
      <pc:sldChg chg="addSp delSp modSp add mod">
        <pc:chgData name="Morgan Clark" userId="60e76299-941b-48fe-9910-607ce18eff76" providerId="ADAL" clId="{C9E08C3F-2F1C-CB48-B26E-16FE097AD1FF}" dt="2025-06-06T22:58:46.673" v="819" actId="1076"/>
        <pc:sldMkLst>
          <pc:docMk/>
          <pc:sldMk cId="2520249077" sldId="2147481167"/>
        </pc:sldMkLst>
        <pc:spChg chg="mod">
          <ac:chgData name="Morgan Clark" userId="60e76299-941b-48fe-9910-607ce18eff76" providerId="ADAL" clId="{C9E08C3F-2F1C-CB48-B26E-16FE097AD1FF}" dt="2025-06-06T22:58:46.673" v="819" actId="1076"/>
          <ac:spMkLst>
            <pc:docMk/>
            <pc:sldMk cId="2520249077" sldId="2147481167"/>
            <ac:spMk id="3" creationId="{DB54E130-AED8-2398-DFA8-8201EDFED741}"/>
          </ac:spMkLst>
        </pc:spChg>
        <pc:spChg chg="mod">
          <ac:chgData name="Morgan Clark" userId="60e76299-941b-48fe-9910-607ce18eff76" providerId="ADAL" clId="{C9E08C3F-2F1C-CB48-B26E-16FE097AD1FF}" dt="2025-06-06T22:58:46.673" v="819" actId="1076"/>
          <ac:spMkLst>
            <pc:docMk/>
            <pc:sldMk cId="2520249077" sldId="2147481167"/>
            <ac:spMk id="4" creationId="{B4867EE1-82F2-7F24-8EAF-D4DAD4415943}"/>
          </ac:spMkLst>
        </pc:spChg>
        <pc:spChg chg="del mod">
          <ac:chgData name="Morgan Clark" userId="60e76299-941b-48fe-9910-607ce18eff76" providerId="ADAL" clId="{C9E08C3F-2F1C-CB48-B26E-16FE097AD1FF}" dt="2025-06-06T22:49:21.077" v="694" actId="478"/>
          <ac:spMkLst>
            <pc:docMk/>
            <pc:sldMk cId="2520249077" sldId="2147481167"/>
            <ac:spMk id="5" creationId="{50C7F855-4073-986B-2121-CDD0BB1EB1D2}"/>
          </ac:spMkLst>
        </pc:spChg>
        <pc:spChg chg="del">
          <ac:chgData name="Morgan Clark" userId="60e76299-941b-48fe-9910-607ce18eff76" providerId="ADAL" clId="{C9E08C3F-2F1C-CB48-B26E-16FE097AD1FF}" dt="2025-06-06T22:49:21.077" v="694" actId="478"/>
          <ac:spMkLst>
            <pc:docMk/>
            <pc:sldMk cId="2520249077" sldId="2147481167"/>
            <ac:spMk id="6" creationId="{D9A34986-3346-C58C-23F6-54F5617F6BEB}"/>
          </ac:spMkLst>
        </pc:spChg>
        <pc:spChg chg="add del">
          <ac:chgData name="Morgan Clark" userId="60e76299-941b-48fe-9910-607ce18eff76" providerId="ADAL" clId="{C9E08C3F-2F1C-CB48-B26E-16FE097AD1FF}" dt="2025-06-06T22:46:29.714" v="678" actId="931"/>
          <ac:spMkLst>
            <pc:docMk/>
            <pc:sldMk cId="2520249077" sldId="2147481167"/>
            <ac:spMk id="7" creationId="{6A225BAA-E5C8-31EF-6539-4D6545F7F043}"/>
          </ac:spMkLst>
        </pc:spChg>
        <pc:spChg chg="del mod">
          <ac:chgData name="Morgan Clark" userId="60e76299-941b-48fe-9910-607ce18eff76" providerId="ADAL" clId="{C9E08C3F-2F1C-CB48-B26E-16FE097AD1FF}" dt="2025-06-06T22:49:21.077" v="694" actId="478"/>
          <ac:spMkLst>
            <pc:docMk/>
            <pc:sldMk cId="2520249077" sldId="2147481167"/>
            <ac:spMk id="8" creationId="{DC6B36E5-F840-1B27-2CDC-626E33D66194}"/>
          </ac:spMkLst>
        </pc:spChg>
        <pc:spChg chg="mod">
          <ac:chgData name="Morgan Clark" userId="60e76299-941b-48fe-9910-607ce18eff76" providerId="ADAL" clId="{C9E08C3F-2F1C-CB48-B26E-16FE097AD1FF}" dt="2025-06-06T22:53:50.044" v="765" actId="1037"/>
          <ac:spMkLst>
            <pc:docMk/>
            <pc:sldMk cId="2520249077" sldId="2147481167"/>
            <ac:spMk id="9" creationId="{719E6582-404C-E02D-4069-AA95789BF3D9}"/>
          </ac:spMkLst>
        </pc:spChg>
        <pc:spChg chg="mod">
          <ac:chgData name="Morgan Clark" userId="60e76299-941b-48fe-9910-607ce18eff76" providerId="ADAL" clId="{C9E08C3F-2F1C-CB48-B26E-16FE097AD1FF}" dt="2025-06-06T22:53:44.435" v="763" actId="1038"/>
          <ac:spMkLst>
            <pc:docMk/>
            <pc:sldMk cId="2520249077" sldId="2147481167"/>
            <ac:spMk id="10" creationId="{97D3C45E-64C8-5340-33D9-0649DA3774E1}"/>
          </ac:spMkLst>
        </pc:spChg>
        <pc:spChg chg="mod">
          <ac:chgData name="Morgan Clark" userId="60e76299-941b-48fe-9910-607ce18eff76" providerId="ADAL" clId="{C9E08C3F-2F1C-CB48-B26E-16FE097AD1FF}" dt="2025-06-06T22:49:29.457" v="701" actId="20577"/>
          <ac:spMkLst>
            <pc:docMk/>
            <pc:sldMk cId="2520249077" sldId="2147481167"/>
            <ac:spMk id="11" creationId="{8FA7B099-8DC7-CDB8-45B1-0C8C882D531D}"/>
          </ac:spMkLst>
        </pc:spChg>
        <pc:spChg chg="mod">
          <ac:chgData name="Morgan Clark" userId="60e76299-941b-48fe-9910-607ce18eff76" providerId="ADAL" clId="{C9E08C3F-2F1C-CB48-B26E-16FE097AD1FF}" dt="2025-06-06T22:49:33.446" v="705" actId="20577"/>
          <ac:spMkLst>
            <pc:docMk/>
            <pc:sldMk cId="2520249077" sldId="2147481167"/>
            <ac:spMk id="12" creationId="{CF6AB2A5-A4F4-7E10-25BA-8612F7738B48}"/>
          </ac:spMkLst>
        </pc:spChg>
        <pc:spChg chg="mod">
          <ac:chgData name="Morgan Clark" userId="60e76299-941b-48fe-9910-607ce18eff76" providerId="ADAL" clId="{C9E08C3F-2F1C-CB48-B26E-16FE097AD1FF}" dt="2025-06-06T22:49:31.681" v="703" actId="20577"/>
          <ac:spMkLst>
            <pc:docMk/>
            <pc:sldMk cId="2520249077" sldId="2147481167"/>
            <ac:spMk id="13" creationId="{517EAD22-2341-99EB-E7C0-62F585324782}"/>
          </ac:spMkLst>
        </pc:spChg>
        <pc:spChg chg="mod">
          <ac:chgData name="Morgan Clark" userId="60e76299-941b-48fe-9910-607ce18eff76" providerId="ADAL" clId="{C9E08C3F-2F1C-CB48-B26E-16FE097AD1FF}" dt="2025-06-06T22:53:50.044" v="765" actId="1037"/>
          <ac:spMkLst>
            <pc:docMk/>
            <pc:sldMk cId="2520249077" sldId="2147481167"/>
            <ac:spMk id="14" creationId="{679DE38F-9FF0-E709-5BDF-52A73BED5E61}"/>
          </ac:spMkLst>
        </pc:spChg>
        <pc:spChg chg="mod">
          <ac:chgData name="Morgan Clark" userId="60e76299-941b-48fe-9910-607ce18eff76" providerId="ADAL" clId="{C9E08C3F-2F1C-CB48-B26E-16FE097AD1FF}" dt="2025-06-06T22:53:50.044" v="765" actId="1037"/>
          <ac:spMkLst>
            <pc:docMk/>
            <pc:sldMk cId="2520249077" sldId="2147481167"/>
            <ac:spMk id="15" creationId="{DDB0C122-41F5-0DC1-1A27-5D65EEA71564}"/>
          </ac:spMkLst>
        </pc:spChg>
        <pc:spChg chg="mod">
          <ac:chgData name="Morgan Clark" userId="60e76299-941b-48fe-9910-607ce18eff76" providerId="ADAL" clId="{C9E08C3F-2F1C-CB48-B26E-16FE097AD1FF}" dt="2025-06-06T22:53:44.435" v="763" actId="1038"/>
          <ac:spMkLst>
            <pc:docMk/>
            <pc:sldMk cId="2520249077" sldId="2147481167"/>
            <ac:spMk id="16" creationId="{A6A0BE50-A6A6-5191-E913-00716286B953}"/>
          </ac:spMkLst>
        </pc:spChg>
        <pc:spChg chg="mod">
          <ac:chgData name="Morgan Clark" userId="60e76299-941b-48fe-9910-607ce18eff76" providerId="ADAL" clId="{C9E08C3F-2F1C-CB48-B26E-16FE097AD1FF}" dt="2025-06-06T22:53:44.435" v="763" actId="1038"/>
          <ac:spMkLst>
            <pc:docMk/>
            <pc:sldMk cId="2520249077" sldId="2147481167"/>
            <ac:spMk id="17" creationId="{2D181430-FDC1-1D0F-F37D-8CE80D0AC47F}"/>
          </ac:spMkLst>
        </pc:spChg>
        <pc:spChg chg="mod">
          <ac:chgData name="Morgan Clark" userId="60e76299-941b-48fe-9910-607ce18eff76" providerId="ADAL" clId="{C9E08C3F-2F1C-CB48-B26E-16FE097AD1FF}" dt="2025-06-06T22:55:38.090" v="788" actId="554"/>
          <ac:spMkLst>
            <pc:docMk/>
            <pc:sldMk cId="2520249077" sldId="2147481167"/>
            <ac:spMk id="18" creationId="{B071A9FB-999B-214B-29B6-BD23D1FBBF2C}"/>
          </ac:spMkLst>
        </pc:spChg>
        <pc:spChg chg="mod">
          <ac:chgData name="Morgan Clark" userId="60e76299-941b-48fe-9910-607ce18eff76" providerId="ADAL" clId="{C9E08C3F-2F1C-CB48-B26E-16FE097AD1FF}" dt="2025-06-06T22:53:10.800" v="745" actId="1076"/>
          <ac:spMkLst>
            <pc:docMk/>
            <pc:sldMk cId="2520249077" sldId="2147481167"/>
            <ac:spMk id="19" creationId="{34746079-2AF4-5832-C7BC-09F4427E8044}"/>
          </ac:spMkLst>
        </pc:spChg>
        <pc:spChg chg="mod">
          <ac:chgData name="Morgan Clark" userId="60e76299-941b-48fe-9910-607ce18eff76" providerId="ADAL" clId="{C9E08C3F-2F1C-CB48-B26E-16FE097AD1FF}" dt="2025-06-06T22:52:56.685" v="742" actId="554"/>
          <ac:spMkLst>
            <pc:docMk/>
            <pc:sldMk cId="2520249077" sldId="2147481167"/>
            <ac:spMk id="20" creationId="{5568E55F-BB71-7898-4697-E95E03F3F699}"/>
          </ac:spMkLst>
        </pc:spChg>
        <pc:spChg chg="mod">
          <ac:chgData name="Morgan Clark" userId="60e76299-941b-48fe-9910-607ce18eff76" providerId="ADAL" clId="{C9E08C3F-2F1C-CB48-B26E-16FE097AD1FF}" dt="2025-06-06T22:53:00.884" v="743" actId="554"/>
          <ac:spMkLst>
            <pc:docMk/>
            <pc:sldMk cId="2520249077" sldId="2147481167"/>
            <ac:spMk id="21" creationId="{A6880721-4A52-58C7-0E2F-CA718936B733}"/>
          </ac:spMkLst>
        </pc:spChg>
        <pc:spChg chg="mod">
          <ac:chgData name="Morgan Clark" userId="60e76299-941b-48fe-9910-607ce18eff76" providerId="ADAL" clId="{C9E08C3F-2F1C-CB48-B26E-16FE097AD1FF}" dt="2025-06-06T22:52:41.509" v="739" actId="1076"/>
          <ac:spMkLst>
            <pc:docMk/>
            <pc:sldMk cId="2520249077" sldId="2147481167"/>
            <ac:spMk id="22" creationId="{4A1D1699-9AD2-0B59-8F4A-B2BDF3EB3EAB}"/>
          </ac:spMkLst>
        </pc:spChg>
        <pc:spChg chg="mod">
          <ac:chgData name="Morgan Clark" userId="60e76299-941b-48fe-9910-607ce18eff76" providerId="ADAL" clId="{C9E08C3F-2F1C-CB48-B26E-16FE097AD1FF}" dt="2025-06-06T22:52:41.509" v="739" actId="1076"/>
          <ac:spMkLst>
            <pc:docMk/>
            <pc:sldMk cId="2520249077" sldId="2147481167"/>
            <ac:spMk id="23" creationId="{E9A3D450-CACE-E62E-F020-4BEC519B540E}"/>
          </ac:spMkLst>
        </pc:spChg>
        <pc:spChg chg="add del mod">
          <ac:chgData name="Morgan Clark" userId="60e76299-941b-48fe-9910-607ce18eff76" providerId="ADAL" clId="{C9E08C3F-2F1C-CB48-B26E-16FE097AD1FF}" dt="2025-06-06T22:49:23.618" v="695" actId="478"/>
          <ac:spMkLst>
            <pc:docMk/>
            <pc:sldMk cId="2520249077" sldId="2147481167"/>
            <ac:spMk id="31" creationId="{D2F3AC3D-E510-D838-3170-FBEEB548DF83}"/>
          </ac:spMkLst>
        </pc:spChg>
        <pc:picChg chg="add mod">
          <ac:chgData name="Morgan Clark" userId="60e76299-941b-48fe-9910-607ce18eff76" providerId="ADAL" clId="{C9E08C3F-2F1C-CB48-B26E-16FE097AD1FF}" dt="2025-06-06T22:46:25.123" v="677" actId="931"/>
          <ac:picMkLst>
            <pc:docMk/>
            <pc:sldMk cId="2520249077" sldId="2147481167"/>
            <ac:picMk id="25" creationId="{2149B256-334C-7167-A097-434713C698B2}"/>
          </ac:picMkLst>
        </pc:picChg>
        <pc:picChg chg="add mod">
          <ac:chgData name="Morgan Clark" userId="60e76299-941b-48fe-9910-607ce18eff76" providerId="ADAL" clId="{C9E08C3F-2F1C-CB48-B26E-16FE097AD1FF}" dt="2025-06-06T22:46:21.077" v="676" actId="931"/>
          <ac:picMkLst>
            <pc:docMk/>
            <pc:sldMk cId="2520249077" sldId="2147481167"/>
            <ac:picMk id="27" creationId="{1FEE3925-38DE-FE29-FC43-5271155B6429}"/>
          </ac:picMkLst>
        </pc:picChg>
        <pc:picChg chg="add mod">
          <ac:chgData name="Morgan Clark" userId="60e76299-941b-48fe-9910-607ce18eff76" providerId="ADAL" clId="{C9E08C3F-2F1C-CB48-B26E-16FE097AD1FF}" dt="2025-06-06T22:46:29.714" v="678" actId="931"/>
          <ac:picMkLst>
            <pc:docMk/>
            <pc:sldMk cId="2520249077" sldId="2147481167"/>
            <ac:picMk id="29" creationId="{ADAF3C8C-F3CA-9AFD-3C19-0E6DD2D7ABFD}"/>
          </ac:picMkLst>
        </pc:picChg>
      </pc:sldChg>
      <pc:sldMasterChg chg="modSldLayout">
        <pc:chgData name="Morgan Clark" userId="60e76299-941b-48fe-9910-607ce18eff76" providerId="ADAL" clId="{C9E08C3F-2F1C-CB48-B26E-16FE097AD1FF}" dt="2025-06-06T22:56:51.191" v="801" actId="1038"/>
        <pc:sldMasterMkLst>
          <pc:docMk/>
          <pc:sldMasterMk cId="3664681183" sldId="2147483648"/>
        </pc:sldMasterMkLst>
        <pc:sldLayoutChg chg="addSp delSp mod">
          <pc:chgData name="Morgan Clark" userId="60e76299-941b-48fe-9910-607ce18eff76" providerId="ADAL" clId="{C9E08C3F-2F1C-CB48-B26E-16FE097AD1FF}" dt="2025-06-06T22:07:44.366" v="339" actId="478"/>
          <pc:sldLayoutMkLst>
            <pc:docMk/>
            <pc:sldMasterMk cId="3664681183" sldId="2147483648"/>
            <pc:sldLayoutMk cId="3132346325" sldId="2147483660"/>
          </pc:sldLayoutMkLst>
          <pc:spChg chg="add del">
            <ac:chgData name="Morgan Clark" userId="60e76299-941b-48fe-9910-607ce18eff76" providerId="ADAL" clId="{C9E08C3F-2F1C-CB48-B26E-16FE097AD1FF}" dt="2025-06-06T22:07:44.366" v="339" actId="478"/>
            <ac:spMkLst>
              <pc:docMk/>
              <pc:sldMasterMk cId="3664681183" sldId="2147483648"/>
              <pc:sldLayoutMk cId="3132346325" sldId="2147483660"/>
              <ac:spMk id="5" creationId="{AF2C20B6-E27B-5550-5DFB-AB3E16B21767}"/>
            </ac:spMkLst>
          </pc:spChg>
        </pc:sldLayoutChg>
        <pc:sldLayoutChg chg="delSp modSp mod">
          <pc:chgData name="Morgan Clark" userId="60e76299-941b-48fe-9910-607ce18eff76" providerId="ADAL" clId="{C9E08C3F-2F1C-CB48-B26E-16FE097AD1FF}" dt="2025-06-06T22:08:13.061" v="343" actId="478"/>
          <pc:sldLayoutMkLst>
            <pc:docMk/>
            <pc:sldMasterMk cId="3664681183" sldId="2147483648"/>
            <pc:sldLayoutMk cId="3913575328" sldId="2147483665"/>
          </pc:sldLayoutMkLst>
          <pc:spChg chg="mod">
            <ac:chgData name="Morgan Clark" userId="60e76299-941b-48fe-9910-607ce18eff76" providerId="ADAL" clId="{C9E08C3F-2F1C-CB48-B26E-16FE097AD1FF}" dt="2025-06-05T22:44:50.011" v="192" actId="12"/>
            <ac:spMkLst>
              <pc:docMk/>
              <pc:sldMasterMk cId="3664681183" sldId="2147483648"/>
              <pc:sldLayoutMk cId="3913575328" sldId="2147483665"/>
              <ac:spMk id="4" creationId="{0EE24C32-48C9-99D8-CF73-8D08476B53F6}"/>
            </ac:spMkLst>
          </pc:spChg>
          <pc:spChg chg="mod">
            <ac:chgData name="Morgan Clark" userId="60e76299-941b-48fe-9910-607ce18eff76" providerId="ADAL" clId="{C9E08C3F-2F1C-CB48-B26E-16FE097AD1FF}" dt="2025-06-05T22:44:50.011" v="192" actId="12"/>
            <ac:spMkLst>
              <pc:docMk/>
              <pc:sldMasterMk cId="3664681183" sldId="2147483648"/>
              <pc:sldLayoutMk cId="3913575328" sldId="2147483665"/>
              <ac:spMk id="8" creationId="{9D68A62F-2945-BFC6-36C7-397D3A8F4B65}"/>
            </ac:spMkLst>
          </pc:spChg>
          <pc:spChg chg="del">
            <ac:chgData name="Morgan Clark" userId="60e76299-941b-48fe-9910-607ce18eff76" providerId="ADAL" clId="{C9E08C3F-2F1C-CB48-B26E-16FE097AD1FF}" dt="2025-06-06T22:08:13.061" v="343" actId="478"/>
            <ac:spMkLst>
              <pc:docMk/>
              <pc:sldMasterMk cId="3664681183" sldId="2147483648"/>
              <pc:sldLayoutMk cId="3913575328" sldId="2147483665"/>
              <ac:spMk id="11" creationId="{776EDAD0-5551-AB7F-4260-D3932FD0FBA7}"/>
            </ac:spMkLst>
          </pc:spChg>
          <pc:spChg chg="del mod">
            <ac:chgData name="Morgan Clark" userId="60e76299-941b-48fe-9910-607ce18eff76" providerId="ADAL" clId="{C9E08C3F-2F1C-CB48-B26E-16FE097AD1FF}" dt="2025-06-05T22:45:16.232" v="196" actId="21"/>
            <ac:spMkLst>
              <pc:docMk/>
              <pc:sldMasterMk cId="3664681183" sldId="2147483648"/>
              <pc:sldLayoutMk cId="3913575328" sldId="2147483665"/>
              <ac:spMk id="17" creationId="{E8876612-6F75-B63B-F6A5-0AD865D1893D}"/>
            </ac:spMkLst>
          </pc:spChg>
          <pc:spChg chg="del mod">
            <ac:chgData name="Morgan Clark" userId="60e76299-941b-48fe-9910-607ce18eff76" providerId="ADAL" clId="{C9E08C3F-2F1C-CB48-B26E-16FE097AD1FF}" dt="2025-06-05T22:45:16.232" v="196" actId="21"/>
            <ac:spMkLst>
              <pc:docMk/>
              <pc:sldMasterMk cId="3664681183" sldId="2147483648"/>
              <pc:sldLayoutMk cId="3913575328" sldId="2147483665"/>
              <ac:spMk id="18" creationId="{C1B281E1-5668-5A64-E735-F2ED7F2A1FEC}"/>
            </ac:spMkLst>
          </pc:spChg>
          <pc:spChg chg="mod">
            <ac:chgData name="Morgan Clark" userId="60e76299-941b-48fe-9910-607ce18eff76" providerId="ADAL" clId="{C9E08C3F-2F1C-CB48-B26E-16FE097AD1FF}" dt="2025-06-05T22:44:50.011" v="192" actId="12"/>
            <ac:spMkLst>
              <pc:docMk/>
              <pc:sldMasterMk cId="3664681183" sldId="2147483648"/>
              <pc:sldLayoutMk cId="3913575328" sldId="2147483665"/>
              <ac:spMk id="24" creationId="{B276FAAA-941C-4A93-C2FC-6CDE3E7981A8}"/>
            </ac:spMkLst>
          </pc:spChg>
          <pc:spChg chg="mod">
            <ac:chgData name="Morgan Clark" userId="60e76299-941b-48fe-9910-607ce18eff76" providerId="ADAL" clId="{C9E08C3F-2F1C-CB48-B26E-16FE097AD1FF}" dt="2025-06-05T22:44:50.011" v="192" actId="12"/>
            <ac:spMkLst>
              <pc:docMk/>
              <pc:sldMasterMk cId="3664681183" sldId="2147483648"/>
              <pc:sldLayoutMk cId="3913575328" sldId="2147483665"/>
              <ac:spMk id="25" creationId="{6037C5F7-91B9-CC71-63EF-E571618D594C}"/>
            </ac:spMkLst>
          </pc:spChg>
          <pc:spChg chg="mod">
            <ac:chgData name="Morgan Clark" userId="60e76299-941b-48fe-9910-607ce18eff76" providerId="ADAL" clId="{C9E08C3F-2F1C-CB48-B26E-16FE097AD1FF}" dt="2025-06-05T22:44:50.011" v="192" actId="12"/>
            <ac:spMkLst>
              <pc:docMk/>
              <pc:sldMasterMk cId="3664681183" sldId="2147483648"/>
              <pc:sldLayoutMk cId="3913575328" sldId="2147483665"/>
              <ac:spMk id="26" creationId="{8A843073-CA42-9667-1E76-F461FC7BCD57}"/>
            </ac:spMkLst>
          </pc:spChg>
          <pc:spChg chg="mod">
            <ac:chgData name="Morgan Clark" userId="60e76299-941b-48fe-9910-607ce18eff76" providerId="ADAL" clId="{C9E08C3F-2F1C-CB48-B26E-16FE097AD1FF}" dt="2025-06-05T22:44:50.011" v="192" actId="12"/>
            <ac:spMkLst>
              <pc:docMk/>
              <pc:sldMasterMk cId="3664681183" sldId="2147483648"/>
              <pc:sldLayoutMk cId="3913575328" sldId="2147483665"/>
              <ac:spMk id="28" creationId="{9C364052-D492-F8A2-D9D9-207143568DCC}"/>
            </ac:spMkLst>
          </pc:spChg>
          <pc:spChg chg="mod">
            <ac:chgData name="Morgan Clark" userId="60e76299-941b-48fe-9910-607ce18eff76" providerId="ADAL" clId="{C9E08C3F-2F1C-CB48-B26E-16FE097AD1FF}" dt="2025-06-05T22:44:50.011" v="192" actId="12"/>
            <ac:spMkLst>
              <pc:docMk/>
              <pc:sldMasterMk cId="3664681183" sldId="2147483648"/>
              <pc:sldLayoutMk cId="3913575328" sldId="2147483665"/>
              <ac:spMk id="29" creationId="{78DA64F8-7BF7-F179-F47C-D37E5CDBC295}"/>
            </ac:spMkLst>
          </pc:spChg>
          <pc:spChg chg="mod">
            <ac:chgData name="Morgan Clark" userId="60e76299-941b-48fe-9910-607ce18eff76" providerId="ADAL" clId="{C9E08C3F-2F1C-CB48-B26E-16FE097AD1FF}" dt="2025-06-05T22:44:50.011" v="192" actId="12"/>
            <ac:spMkLst>
              <pc:docMk/>
              <pc:sldMasterMk cId="3664681183" sldId="2147483648"/>
              <pc:sldLayoutMk cId="3913575328" sldId="2147483665"/>
              <ac:spMk id="33" creationId="{251E5B0C-B52A-9A0A-6384-9B3C57620F6A}"/>
            </ac:spMkLst>
          </pc:spChg>
          <pc:spChg chg="mod">
            <ac:chgData name="Morgan Clark" userId="60e76299-941b-48fe-9910-607ce18eff76" providerId="ADAL" clId="{C9E08C3F-2F1C-CB48-B26E-16FE097AD1FF}" dt="2025-06-05T22:44:50.011" v="192" actId="12"/>
            <ac:spMkLst>
              <pc:docMk/>
              <pc:sldMasterMk cId="3664681183" sldId="2147483648"/>
              <pc:sldLayoutMk cId="3913575328" sldId="2147483665"/>
              <ac:spMk id="34" creationId="{DF22C64F-3530-E73A-7B9E-F6787E29CFA7}"/>
            </ac:spMkLst>
          </pc:spChg>
          <pc:spChg chg="mod">
            <ac:chgData name="Morgan Clark" userId="60e76299-941b-48fe-9910-607ce18eff76" providerId="ADAL" clId="{C9E08C3F-2F1C-CB48-B26E-16FE097AD1FF}" dt="2025-06-05T22:44:50.011" v="192" actId="12"/>
            <ac:spMkLst>
              <pc:docMk/>
              <pc:sldMasterMk cId="3664681183" sldId="2147483648"/>
              <pc:sldLayoutMk cId="3913575328" sldId="2147483665"/>
              <ac:spMk id="35" creationId="{D7BD0934-028E-89A8-6185-F74F6C6B90C9}"/>
            </ac:spMkLst>
          </pc:spChg>
        </pc:sldLayoutChg>
        <pc:sldLayoutChg chg="modSp mod">
          <pc:chgData name="Morgan Clark" userId="60e76299-941b-48fe-9910-607ce18eff76" providerId="ADAL" clId="{C9E08C3F-2F1C-CB48-B26E-16FE097AD1FF}" dt="2025-06-06T22:11:53.728" v="430" actId="207"/>
          <pc:sldLayoutMkLst>
            <pc:docMk/>
            <pc:sldMasterMk cId="3664681183" sldId="2147483648"/>
            <pc:sldLayoutMk cId="1690641139" sldId="2147483666"/>
          </pc:sldLayoutMkLst>
          <pc:spChg chg="mod">
            <ac:chgData name="Morgan Clark" userId="60e76299-941b-48fe-9910-607ce18eff76" providerId="ADAL" clId="{C9E08C3F-2F1C-CB48-B26E-16FE097AD1FF}" dt="2025-06-05T22:48:02.602" v="216" actId="12"/>
            <ac:spMkLst>
              <pc:docMk/>
              <pc:sldMasterMk cId="3664681183" sldId="2147483648"/>
              <pc:sldLayoutMk cId="1690641139" sldId="2147483666"/>
              <ac:spMk id="12" creationId="{27BF78BF-0A65-90BD-2E86-5D8E74CD6FC0}"/>
            </ac:spMkLst>
          </pc:spChg>
          <pc:spChg chg="mod">
            <ac:chgData name="Morgan Clark" userId="60e76299-941b-48fe-9910-607ce18eff76" providerId="ADAL" clId="{C9E08C3F-2F1C-CB48-B26E-16FE097AD1FF}" dt="2025-06-05T22:48:02.602" v="216" actId="12"/>
            <ac:spMkLst>
              <pc:docMk/>
              <pc:sldMasterMk cId="3664681183" sldId="2147483648"/>
              <pc:sldLayoutMk cId="1690641139" sldId="2147483666"/>
              <ac:spMk id="15" creationId="{F45F8038-8590-1E52-26A9-D67BF17B7A34}"/>
            </ac:spMkLst>
          </pc:spChg>
          <pc:spChg chg="mod">
            <ac:chgData name="Morgan Clark" userId="60e76299-941b-48fe-9910-607ce18eff76" providerId="ADAL" clId="{C9E08C3F-2F1C-CB48-B26E-16FE097AD1FF}" dt="2025-06-05T22:48:02.602" v="216" actId="12"/>
            <ac:spMkLst>
              <pc:docMk/>
              <pc:sldMasterMk cId="3664681183" sldId="2147483648"/>
              <pc:sldLayoutMk cId="1690641139" sldId="2147483666"/>
              <ac:spMk id="18" creationId="{F0E1762E-C71D-0335-051E-C102DB20074E}"/>
            </ac:spMkLst>
          </pc:spChg>
          <pc:spChg chg="mod">
            <ac:chgData name="Morgan Clark" userId="60e76299-941b-48fe-9910-607ce18eff76" providerId="ADAL" clId="{C9E08C3F-2F1C-CB48-B26E-16FE097AD1FF}" dt="2025-06-05T22:48:02.602" v="216" actId="12"/>
            <ac:spMkLst>
              <pc:docMk/>
              <pc:sldMasterMk cId="3664681183" sldId="2147483648"/>
              <pc:sldLayoutMk cId="1690641139" sldId="2147483666"/>
              <ac:spMk id="21" creationId="{3D246B57-34A4-124E-D1EA-5DFC11210FD3}"/>
            </ac:spMkLst>
          </pc:spChg>
          <pc:spChg chg="mod">
            <ac:chgData name="Morgan Clark" userId="60e76299-941b-48fe-9910-607ce18eff76" providerId="ADAL" clId="{C9E08C3F-2F1C-CB48-B26E-16FE097AD1FF}" dt="2025-06-05T22:48:02.602" v="216" actId="12"/>
            <ac:spMkLst>
              <pc:docMk/>
              <pc:sldMasterMk cId="3664681183" sldId="2147483648"/>
              <pc:sldLayoutMk cId="1690641139" sldId="2147483666"/>
              <ac:spMk id="25" creationId="{81CD2214-911E-79DD-37DA-3E0BEF5E4346}"/>
            </ac:spMkLst>
          </pc:spChg>
          <pc:spChg chg="mod">
            <ac:chgData name="Morgan Clark" userId="60e76299-941b-48fe-9910-607ce18eff76" providerId="ADAL" clId="{C9E08C3F-2F1C-CB48-B26E-16FE097AD1FF}" dt="2025-06-05T22:48:02.602" v="216" actId="12"/>
            <ac:spMkLst>
              <pc:docMk/>
              <pc:sldMasterMk cId="3664681183" sldId="2147483648"/>
              <pc:sldLayoutMk cId="1690641139" sldId="2147483666"/>
              <ac:spMk id="27" creationId="{B6C7DD84-3B05-97F3-135E-0AC8EDC7E9F0}"/>
            </ac:spMkLst>
          </pc:spChg>
          <pc:spChg chg="mod">
            <ac:chgData name="Morgan Clark" userId="60e76299-941b-48fe-9910-607ce18eff76" providerId="ADAL" clId="{C9E08C3F-2F1C-CB48-B26E-16FE097AD1FF}" dt="2025-06-05T22:48:02.602" v="216" actId="12"/>
            <ac:spMkLst>
              <pc:docMk/>
              <pc:sldMasterMk cId="3664681183" sldId="2147483648"/>
              <pc:sldLayoutMk cId="1690641139" sldId="2147483666"/>
              <ac:spMk id="31" creationId="{7679B41F-81E5-1C40-BA2D-794FDB8D407B}"/>
            </ac:spMkLst>
          </pc:spChg>
          <pc:spChg chg="mod">
            <ac:chgData name="Morgan Clark" userId="60e76299-941b-48fe-9910-607ce18eff76" providerId="ADAL" clId="{C9E08C3F-2F1C-CB48-B26E-16FE097AD1FF}" dt="2025-06-05T22:48:02.602" v="216" actId="12"/>
            <ac:spMkLst>
              <pc:docMk/>
              <pc:sldMasterMk cId="3664681183" sldId="2147483648"/>
              <pc:sldLayoutMk cId="1690641139" sldId="2147483666"/>
              <ac:spMk id="32" creationId="{DCC128F2-CC0C-0C4A-3C9E-0C8CB84C71E0}"/>
            </ac:spMkLst>
          </pc:spChg>
          <pc:spChg chg="mod">
            <ac:chgData name="Morgan Clark" userId="60e76299-941b-48fe-9910-607ce18eff76" providerId="ADAL" clId="{C9E08C3F-2F1C-CB48-B26E-16FE097AD1FF}" dt="2025-06-05T22:48:02.602" v="216" actId="12"/>
            <ac:spMkLst>
              <pc:docMk/>
              <pc:sldMasterMk cId="3664681183" sldId="2147483648"/>
              <pc:sldLayoutMk cId="1690641139" sldId="2147483666"/>
              <ac:spMk id="34" creationId="{E02C00C0-0A74-0D43-A756-516B16ABEABF}"/>
            </ac:spMkLst>
          </pc:spChg>
          <pc:spChg chg="mod">
            <ac:chgData name="Morgan Clark" userId="60e76299-941b-48fe-9910-607ce18eff76" providerId="ADAL" clId="{C9E08C3F-2F1C-CB48-B26E-16FE097AD1FF}" dt="2025-06-05T22:48:02.602" v="216" actId="12"/>
            <ac:spMkLst>
              <pc:docMk/>
              <pc:sldMasterMk cId="3664681183" sldId="2147483648"/>
              <pc:sldLayoutMk cId="1690641139" sldId="2147483666"/>
              <ac:spMk id="39" creationId="{040B41AB-E0F2-B82A-02FE-6936D6EEEAFD}"/>
            </ac:spMkLst>
          </pc:spChg>
          <pc:picChg chg="mod">
            <ac:chgData name="Morgan Clark" userId="60e76299-941b-48fe-9910-607ce18eff76" providerId="ADAL" clId="{C9E08C3F-2F1C-CB48-B26E-16FE097AD1FF}" dt="2025-06-06T22:11:53.728" v="430" actId="207"/>
            <ac:picMkLst>
              <pc:docMk/>
              <pc:sldMasterMk cId="3664681183" sldId="2147483648"/>
              <pc:sldLayoutMk cId="1690641139" sldId="2147483666"/>
              <ac:picMk id="3" creationId="{474469E2-0A24-EEC4-77F6-1A8C56A0B569}"/>
            </ac:picMkLst>
          </pc:picChg>
        </pc:sldLayoutChg>
        <pc:sldLayoutChg chg="addSp delSp mod">
          <pc:chgData name="Morgan Clark" userId="60e76299-941b-48fe-9910-607ce18eff76" providerId="ADAL" clId="{C9E08C3F-2F1C-CB48-B26E-16FE097AD1FF}" dt="2025-06-06T22:28:51.231" v="558" actId="478"/>
          <pc:sldLayoutMkLst>
            <pc:docMk/>
            <pc:sldMasterMk cId="3664681183" sldId="2147483648"/>
            <pc:sldLayoutMk cId="1172113453" sldId="2147483668"/>
          </pc:sldLayoutMkLst>
          <pc:spChg chg="add del">
            <ac:chgData name="Morgan Clark" userId="60e76299-941b-48fe-9910-607ce18eff76" providerId="ADAL" clId="{C9E08C3F-2F1C-CB48-B26E-16FE097AD1FF}" dt="2025-06-06T22:28:45.891" v="557" actId="478"/>
            <ac:spMkLst>
              <pc:docMk/>
              <pc:sldMasterMk cId="3664681183" sldId="2147483648"/>
              <pc:sldLayoutMk cId="1172113453" sldId="2147483668"/>
              <ac:spMk id="9" creationId="{8F5429D6-4706-116D-69D5-DB8ACA15E367}"/>
            </ac:spMkLst>
          </pc:spChg>
          <pc:spChg chg="del">
            <ac:chgData name="Morgan Clark" userId="60e76299-941b-48fe-9910-607ce18eff76" providerId="ADAL" clId="{C9E08C3F-2F1C-CB48-B26E-16FE097AD1FF}" dt="2025-06-06T22:28:51.231" v="558" actId="478"/>
            <ac:spMkLst>
              <pc:docMk/>
              <pc:sldMasterMk cId="3664681183" sldId="2147483648"/>
              <pc:sldLayoutMk cId="1172113453" sldId="2147483668"/>
              <ac:spMk id="11" creationId="{776EDAD0-5551-AB7F-4260-D3932FD0FBA7}"/>
            </ac:spMkLst>
          </pc:spChg>
        </pc:sldLayoutChg>
        <pc:sldLayoutChg chg="addSp delSp modSp mod">
          <pc:chgData name="Morgan Clark" userId="60e76299-941b-48fe-9910-607ce18eff76" providerId="ADAL" clId="{C9E08C3F-2F1C-CB48-B26E-16FE097AD1FF}" dt="2025-06-06T22:36:58.401" v="624" actId="14100"/>
          <pc:sldLayoutMkLst>
            <pc:docMk/>
            <pc:sldMasterMk cId="3664681183" sldId="2147483648"/>
            <pc:sldLayoutMk cId="1156970304" sldId="2147483669"/>
          </pc:sldLayoutMkLst>
          <pc:spChg chg="add mod">
            <ac:chgData name="Morgan Clark" userId="60e76299-941b-48fe-9910-607ce18eff76" providerId="ADAL" clId="{C9E08C3F-2F1C-CB48-B26E-16FE097AD1FF}" dt="2025-06-06T22:36:58.401" v="624" actId="14100"/>
            <ac:spMkLst>
              <pc:docMk/>
              <pc:sldMasterMk cId="3664681183" sldId="2147483648"/>
              <pc:sldLayoutMk cId="1156970304" sldId="2147483669"/>
              <ac:spMk id="2" creationId="{49DDA8D8-E739-044E-049B-55A13392FAB7}"/>
            </ac:spMkLst>
          </pc:spChg>
          <pc:spChg chg="del mod">
            <ac:chgData name="Morgan Clark" userId="60e76299-941b-48fe-9910-607ce18eff76" providerId="ADAL" clId="{C9E08C3F-2F1C-CB48-B26E-16FE097AD1FF}" dt="2025-06-06T22:35:03.798" v="610" actId="478"/>
            <ac:spMkLst>
              <pc:docMk/>
              <pc:sldMasterMk cId="3664681183" sldId="2147483648"/>
              <pc:sldLayoutMk cId="1156970304" sldId="2147483669"/>
              <ac:spMk id="5" creationId="{AF2C20B6-E27B-5550-5DFB-AB3E16B21767}"/>
            </ac:spMkLst>
          </pc:spChg>
          <pc:spChg chg="add del mod">
            <ac:chgData name="Morgan Clark" userId="60e76299-941b-48fe-9910-607ce18eff76" providerId="ADAL" clId="{C9E08C3F-2F1C-CB48-B26E-16FE097AD1FF}" dt="2025-06-06T22:35:38.792" v="612" actId="207"/>
            <ac:spMkLst>
              <pc:docMk/>
              <pc:sldMasterMk cId="3664681183" sldId="2147483648"/>
              <pc:sldLayoutMk cId="1156970304" sldId="2147483669"/>
              <ac:spMk id="14" creationId="{3E26E7F4-4F1D-1150-1BF5-12EEA28BC17A}"/>
            </ac:spMkLst>
          </pc:spChg>
          <pc:spChg chg="add del mod">
            <ac:chgData name="Morgan Clark" userId="60e76299-941b-48fe-9910-607ce18eff76" providerId="ADAL" clId="{C9E08C3F-2F1C-CB48-B26E-16FE097AD1FF}" dt="2025-06-06T22:35:38.792" v="612" actId="207"/>
            <ac:spMkLst>
              <pc:docMk/>
              <pc:sldMasterMk cId="3664681183" sldId="2147483648"/>
              <pc:sldLayoutMk cId="1156970304" sldId="2147483669"/>
              <ac:spMk id="16" creationId="{ADBE01ED-5028-9ECC-1DA1-BA223A03F044}"/>
            </ac:spMkLst>
          </pc:spChg>
          <pc:spChg chg="add del">
            <ac:chgData name="Morgan Clark" userId="60e76299-941b-48fe-9910-607ce18eff76" providerId="ADAL" clId="{C9E08C3F-2F1C-CB48-B26E-16FE097AD1FF}" dt="2025-06-06T22:32:13.942" v="600" actId="478"/>
            <ac:spMkLst>
              <pc:docMk/>
              <pc:sldMasterMk cId="3664681183" sldId="2147483648"/>
              <pc:sldLayoutMk cId="1156970304" sldId="2147483669"/>
              <ac:spMk id="17" creationId="{21966071-E6D4-BE33-4A03-55FCD9A54FFD}"/>
            </ac:spMkLst>
          </pc:spChg>
          <pc:spChg chg="add del">
            <ac:chgData name="Morgan Clark" userId="60e76299-941b-48fe-9910-607ce18eff76" providerId="ADAL" clId="{C9E08C3F-2F1C-CB48-B26E-16FE097AD1FF}" dt="2025-06-06T22:32:13.942" v="600" actId="478"/>
            <ac:spMkLst>
              <pc:docMk/>
              <pc:sldMasterMk cId="3664681183" sldId="2147483648"/>
              <pc:sldLayoutMk cId="1156970304" sldId="2147483669"/>
              <ac:spMk id="22" creationId="{F34B062E-A7DE-6B6B-F053-779F3EA5E616}"/>
            </ac:spMkLst>
          </pc:spChg>
          <pc:spChg chg="del">
            <ac:chgData name="Morgan Clark" userId="60e76299-941b-48fe-9910-607ce18eff76" providerId="ADAL" clId="{C9E08C3F-2F1C-CB48-B26E-16FE097AD1FF}" dt="2025-06-06T22:32:13.942" v="600" actId="478"/>
            <ac:spMkLst>
              <pc:docMk/>
              <pc:sldMasterMk cId="3664681183" sldId="2147483648"/>
              <pc:sldLayoutMk cId="1156970304" sldId="2147483669"/>
              <ac:spMk id="27" creationId="{5F3C4D8A-0271-DF3E-E611-5B2F873B1B78}"/>
            </ac:spMkLst>
          </pc:spChg>
          <pc:spChg chg="del">
            <ac:chgData name="Morgan Clark" userId="60e76299-941b-48fe-9910-607ce18eff76" providerId="ADAL" clId="{C9E08C3F-2F1C-CB48-B26E-16FE097AD1FF}" dt="2025-06-06T22:32:13.942" v="600" actId="478"/>
            <ac:spMkLst>
              <pc:docMk/>
              <pc:sldMasterMk cId="3664681183" sldId="2147483648"/>
              <pc:sldLayoutMk cId="1156970304" sldId="2147483669"/>
              <ac:spMk id="28" creationId="{92605C69-A9AA-E303-733E-B95D135A717A}"/>
            </ac:spMkLst>
          </pc:spChg>
        </pc:sldLayoutChg>
        <pc:sldLayoutChg chg="delSp modSp mod">
          <pc:chgData name="Morgan Clark" userId="60e76299-941b-48fe-9910-607ce18eff76" providerId="ADAL" clId="{C9E08C3F-2F1C-CB48-B26E-16FE097AD1FF}" dt="2025-06-06T22:56:51.191" v="801" actId="1038"/>
          <pc:sldLayoutMkLst>
            <pc:docMk/>
            <pc:sldMasterMk cId="3664681183" sldId="2147483648"/>
            <pc:sldLayoutMk cId="1081673313" sldId="2147483670"/>
          </pc:sldLayoutMkLst>
          <pc:spChg chg="mod">
            <ac:chgData name="Morgan Clark" userId="60e76299-941b-48fe-9910-607ce18eff76" providerId="ADAL" clId="{C9E08C3F-2F1C-CB48-B26E-16FE097AD1FF}" dt="2025-06-06T22:51:53.838" v="732" actId="554"/>
            <ac:spMkLst>
              <pc:docMk/>
              <pc:sldMasterMk cId="3664681183" sldId="2147483648"/>
              <pc:sldLayoutMk cId="1081673313" sldId="2147483670"/>
              <ac:spMk id="2" creationId="{E75A7255-A2BE-073F-4ADC-0B3FC6C343A8}"/>
            </ac:spMkLst>
          </pc:spChg>
          <pc:spChg chg="mod">
            <ac:chgData name="Morgan Clark" userId="60e76299-941b-48fe-9910-607ce18eff76" providerId="ADAL" clId="{C9E08C3F-2F1C-CB48-B26E-16FE097AD1FF}" dt="2025-06-06T22:52:14.573" v="735" actId="1076"/>
            <ac:spMkLst>
              <pc:docMk/>
              <pc:sldMasterMk cId="3664681183" sldId="2147483648"/>
              <pc:sldLayoutMk cId="1081673313" sldId="2147483670"/>
              <ac:spMk id="4" creationId="{0EE24C32-48C9-99D8-CF73-8D08476B53F6}"/>
            </ac:spMkLst>
          </pc:spChg>
          <pc:spChg chg="del">
            <ac:chgData name="Morgan Clark" userId="60e76299-941b-48fe-9910-607ce18eff76" providerId="ADAL" clId="{C9E08C3F-2F1C-CB48-B26E-16FE097AD1FF}" dt="2025-06-06T22:51:36.172" v="730" actId="478"/>
            <ac:spMkLst>
              <pc:docMk/>
              <pc:sldMasterMk cId="3664681183" sldId="2147483648"/>
              <pc:sldLayoutMk cId="1081673313" sldId="2147483670"/>
              <ac:spMk id="7" creationId="{111F9433-8E5A-EE20-48F9-875D1FDAD449}"/>
            </ac:spMkLst>
          </pc:spChg>
          <pc:spChg chg="del">
            <ac:chgData name="Morgan Clark" userId="60e76299-941b-48fe-9910-607ce18eff76" providerId="ADAL" clId="{C9E08C3F-2F1C-CB48-B26E-16FE097AD1FF}" dt="2025-06-06T22:51:36.172" v="730" actId="478"/>
            <ac:spMkLst>
              <pc:docMk/>
              <pc:sldMasterMk cId="3664681183" sldId="2147483648"/>
              <pc:sldLayoutMk cId="1081673313" sldId="2147483670"/>
              <ac:spMk id="8" creationId="{9D68A62F-2945-BFC6-36C7-397D3A8F4B65}"/>
            </ac:spMkLst>
          </pc:spChg>
          <pc:spChg chg="del">
            <ac:chgData name="Morgan Clark" userId="60e76299-941b-48fe-9910-607ce18eff76" providerId="ADAL" clId="{C9E08C3F-2F1C-CB48-B26E-16FE097AD1FF}" dt="2025-06-06T22:52:17.142" v="736" actId="478"/>
            <ac:spMkLst>
              <pc:docMk/>
              <pc:sldMasterMk cId="3664681183" sldId="2147483648"/>
              <pc:sldLayoutMk cId="1081673313" sldId="2147483670"/>
              <ac:spMk id="11" creationId="{776EDAD0-5551-AB7F-4260-D3932FD0FBA7}"/>
            </ac:spMkLst>
          </pc:spChg>
          <pc:spChg chg="mod">
            <ac:chgData name="Morgan Clark" userId="60e76299-941b-48fe-9910-607ce18eff76" providerId="ADAL" clId="{C9E08C3F-2F1C-CB48-B26E-16FE097AD1FF}" dt="2025-06-06T22:56:51.191" v="801" actId="1038"/>
            <ac:spMkLst>
              <pc:docMk/>
              <pc:sldMasterMk cId="3664681183" sldId="2147483648"/>
              <pc:sldLayoutMk cId="1081673313" sldId="2147483670"/>
              <ac:spMk id="17" creationId="{E8876612-6F75-B63B-F6A5-0AD865D1893D}"/>
            </ac:spMkLst>
          </pc:spChg>
          <pc:spChg chg="mod">
            <ac:chgData name="Morgan Clark" userId="60e76299-941b-48fe-9910-607ce18eff76" providerId="ADAL" clId="{C9E08C3F-2F1C-CB48-B26E-16FE097AD1FF}" dt="2025-06-06T22:56:51.191" v="801" actId="1038"/>
            <ac:spMkLst>
              <pc:docMk/>
              <pc:sldMasterMk cId="3664681183" sldId="2147483648"/>
              <pc:sldLayoutMk cId="1081673313" sldId="2147483670"/>
              <ac:spMk id="18" creationId="{C1B281E1-5668-5A64-E735-F2ED7F2A1FEC}"/>
            </ac:spMkLst>
          </pc:spChg>
          <pc:spChg chg="del">
            <ac:chgData name="Morgan Clark" userId="60e76299-941b-48fe-9910-607ce18eff76" providerId="ADAL" clId="{C9E08C3F-2F1C-CB48-B26E-16FE097AD1FF}" dt="2025-06-06T22:51:36.172" v="730" actId="478"/>
            <ac:spMkLst>
              <pc:docMk/>
              <pc:sldMasterMk cId="3664681183" sldId="2147483648"/>
              <pc:sldLayoutMk cId="1081673313" sldId="2147483670"/>
              <ac:spMk id="19" creationId="{375DD9CE-3C4A-1CB9-5E4C-C0B60E6876EC}"/>
            </ac:spMkLst>
          </pc:spChg>
          <pc:spChg chg="mod">
            <ac:chgData name="Morgan Clark" userId="60e76299-941b-48fe-9910-607ce18eff76" providerId="ADAL" clId="{C9E08C3F-2F1C-CB48-B26E-16FE097AD1FF}" dt="2025-06-06T22:52:14.573" v="735" actId="1076"/>
            <ac:spMkLst>
              <pc:docMk/>
              <pc:sldMasterMk cId="3664681183" sldId="2147483648"/>
              <pc:sldLayoutMk cId="1081673313" sldId="2147483670"/>
              <ac:spMk id="21" creationId="{C9210906-ADF2-F8F8-8904-97B9416F7C96}"/>
            </ac:spMkLst>
          </pc:spChg>
          <pc:spChg chg="mod">
            <ac:chgData name="Morgan Clark" userId="60e76299-941b-48fe-9910-607ce18eff76" providerId="ADAL" clId="{C9E08C3F-2F1C-CB48-B26E-16FE097AD1FF}" dt="2025-06-06T22:52:14.573" v="735" actId="1076"/>
            <ac:spMkLst>
              <pc:docMk/>
              <pc:sldMasterMk cId="3664681183" sldId="2147483648"/>
              <pc:sldLayoutMk cId="1081673313" sldId="2147483670"/>
              <ac:spMk id="24" creationId="{B276FAAA-941C-4A93-C2FC-6CDE3E7981A8}"/>
            </ac:spMkLst>
          </pc:spChg>
          <pc:spChg chg="mod">
            <ac:chgData name="Morgan Clark" userId="60e76299-941b-48fe-9910-607ce18eff76" providerId="ADAL" clId="{C9E08C3F-2F1C-CB48-B26E-16FE097AD1FF}" dt="2025-06-06T22:52:14.573" v="735" actId="1076"/>
            <ac:spMkLst>
              <pc:docMk/>
              <pc:sldMasterMk cId="3664681183" sldId="2147483648"/>
              <pc:sldLayoutMk cId="1081673313" sldId="2147483670"/>
              <ac:spMk id="25" creationId="{6037C5F7-91B9-CC71-63EF-E571618D594C}"/>
            </ac:spMkLst>
          </pc:spChg>
          <pc:spChg chg="mod">
            <ac:chgData name="Morgan Clark" userId="60e76299-941b-48fe-9910-607ce18eff76" providerId="ADAL" clId="{C9E08C3F-2F1C-CB48-B26E-16FE097AD1FF}" dt="2025-06-06T22:52:14.573" v="735" actId="1076"/>
            <ac:spMkLst>
              <pc:docMk/>
              <pc:sldMasterMk cId="3664681183" sldId="2147483648"/>
              <pc:sldLayoutMk cId="1081673313" sldId="2147483670"/>
              <ac:spMk id="27" creationId="{54E70BE3-7D25-243A-7F9E-E5480FF419A1}"/>
            </ac:spMkLst>
          </pc:spChg>
          <pc:spChg chg="mod">
            <ac:chgData name="Morgan Clark" userId="60e76299-941b-48fe-9910-607ce18eff76" providerId="ADAL" clId="{C9E08C3F-2F1C-CB48-B26E-16FE097AD1FF}" dt="2025-06-06T22:52:14.573" v="735" actId="1076"/>
            <ac:spMkLst>
              <pc:docMk/>
              <pc:sldMasterMk cId="3664681183" sldId="2147483648"/>
              <pc:sldLayoutMk cId="1081673313" sldId="2147483670"/>
              <ac:spMk id="28" creationId="{9C364052-D492-F8A2-D9D9-207143568DCC}"/>
            </ac:spMkLst>
          </pc:spChg>
          <pc:spChg chg="mod">
            <ac:chgData name="Morgan Clark" userId="60e76299-941b-48fe-9910-607ce18eff76" providerId="ADAL" clId="{C9E08C3F-2F1C-CB48-B26E-16FE097AD1FF}" dt="2025-06-06T22:52:14.573" v="735" actId="1076"/>
            <ac:spMkLst>
              <pc:docMk/>
              <pc:sldMasterMk cId="3664681183" sldId="2147483648"/>
              <pc:sldLayoutMk cId="1081673313" sldId="2147483670"/>
              <ac:spMk id="31" creationId="{A91569FF-AF06-0C5A-274B-9D85F7FBC1ED}"/>
            </ac:spMkLst>
          </pc:spChg>
          <pc:spChg chg="mod">
            <ac:chgData name="Morgan Clark" userId="60e76299-941b-48fe-9910-607ce18eff76" providerId="ADAL" clId="{C9E08C3F-2F1C-CB48-B26E-16FE097AD1FF}" dt="2025-06-06T22:51:53.838" v="732" actId="554"/>
            <ac:spMkLst>
              <pc:docMk/>
              <pc:sldMasterMk cId="3664681183" sldId="2147483648"/>
              <pc:sldLayoutMk cId="1081673313" sldId="2147483670"/>
              <ac:spMk id="34" creationId="{DF22C64F-3530-E73A-7B9E-F6787E29CFA7}"/>
            </ac:spMkLst>
          </pc:spChg>
          <pc:spChg chg="mod">
            <ac:chgData name="Morgan Clark" userId="60e76299-941b-48fe-9910-607ce18eff76" providerId="ADAL" clId="{C9E08C3F-2F1C-CB48-B26E-16FE097AD1FF}" dt="2025-06-06T22:52:14.573" v="735" actId="1076"/>
            <ac:spMkLst>
              <pc:docMk/>
              <pc:sldMasterMk cId="3664681183" sldId="2147483648"/>
              <pc:sldLayoutMk cId="1081673313" sldId="2147483670"/>
              <ac:spMk id="35" creationId="{D7BD0934-028E-89A8-6185-F74F6C6B90C9}"/>
            </ac:spMkLst>
          </pc:spChg>
          <pc:spChg chg="mod">
            <ac:chgData name="Morgan Clark" userId="60e76299-941b-48fe-9910-607ce18eff76" providerId="ADAL" clId="{C9E08C3F-2F1C-CB48-B26E-16FE097AD1FF}" dt="2025-06-06T22:52:14.573" v="735" actId="1076"/>
            <ac:spMkLst>
              <pc:docMk/>
              <pc:sldMasterMk cId="3664681183" sldId="2147483648"/>
              <pc:sldLayoutMk cId="1081673313" sldId="2147483670"/>
              <ac:spMk id="38" creationId="{0C003FAB-BAC1-A141-044D-146A7971FFE4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768F8-DD79-2C45-9806-AD55F56688D9}" type="datetimeFigureOut">
              <a:rPr lang="en-US" smtClean="0"/>
              <a:t>6/5/25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019625-4BCA-C341-B56F-ED22808A0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01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53E81-A678-DE44-A262-01C984854E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88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8958-1FF4-ED7F-08DC-CCAC33D3B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59831-40E0-CE0E-9765-394B23CB5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2148F-8931-5FA0-C2B9-B8DBF5D89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F792A-4B2B-9C40-C805-7DA73B07C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99596-EF2D-1C1F-8F93-D440B2DDE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6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EFA6-C37C-D44C-5B69-497FB365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8C4FB-3790-F414-CB39-E12279461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85090-4C5B-F379-784E-E27014459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993FD-6D6D-AF2B-37B3-033541FE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BBBDD-129B-E83A-4106-6BC30E64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5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69328-792E-1D97-344D-CDA110E7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D8FB3-8415-B9A0-E549-07FAD09C0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B4269-6956-7A90-C8D7-7B4AAE18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4D50E-4859-2596-A50D-DF6395815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15B16-C713-A5C7-BF34-85DA3400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9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0A9DB-D98A-3F58-E010-DC183BDA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15D86-0EBF-135F-24B1-46ACC3946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9FB52-42B2-9734-C599-38A0177F9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869EC-6664-68E4-11D4-EC1BE412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CB7FE-56FE-61D8-B269-DDCEB3DD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EB29C-4FD9-5E9F-A639-49EF688F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62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E6BB-C17A-2BA1-8953-258CFE18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169B3-8D20-AE73-3C10-1030CF4D3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E3D98-D2FB-6EDF-E8A2-7C098813D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84364-2C06-9425-FBDC-D442DD7FA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D3681-42C1-0F65-6DD4-82534CA39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CA9E4-E329-7F7A-F524-B4C9B1189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5C6F9-FC38-5BA6-EE0F-137392CB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F7273-5DB0-D241-50DF-74284B20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8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ABBB-245B-4F68-9346-355652183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491B3-DB18-5007-F92A-E2861BFA2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9D9197-9E7E-79E9-E80D-703162AD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8A7E0-B517-7D31-4540-26C91C69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3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223CB2-93BE-8D6A-B554-89EAE1CD1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E2939-1568-95E5-8FF4-BE5E72AD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4A3AA-6858-9E51-1D6F-6EEBF12F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5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4639-E55F-DE77-997E-057F208D0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F7F4C-D666-DB17-C3D9-C936080CD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F0FB9-42BF-E0B6-799D-F1E8991FE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FDD62-CBDF-DE4E-DFDD-BDEE88F9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E25BB-5325-CD45-3456-5FE4C9F3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64DFE-DDED-E6A0-C118-29E8CBB4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3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12B5-BA6D-0717-3BF6-AA4B94576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3C360C-D84C-F158-C465-5B8FB4391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38DDC-E63B-BC1B-CAA9-E855862D2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36335-F9CB-277F-92C7-2EA3FADB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069D9-26DE-2766-867C-529E7AD1D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1A6F9-EE5B-E2EF-E6D4-435C284B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2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43D5-2368-18B0-66BC-DAC45B8C3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E0354-A5F0-605E-9E1A-ED0C0AF13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6DA3F-45A0-757D-18A7-AD2453FE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60AD4-D30F-D75C-DE2F-B3D566FB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B69CC-ED02-C52D-155B-C3BDADB4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7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6E6C30-7D02-5DBE-B4E2-D41409CB18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3D8AA-F216-1627-B5F7-5BC137404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93EEF-34DC-21EA-7664-42FD5412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2F323-E411-4566-212B-057360CE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7A7A5-AAB3-D7EE-9B6B-B30027074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83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attern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DFBA55-E4ED-C0AC-6E6E-00F9E6A9BB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4CEA6C-5366-4C70-7E9D-31C8910BCF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86524"/>
            <a:ext cx="12192000" cy="37147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690E0-0A51-F61E-D4D6-F0F7F1436FD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6611" y="6562891"/>
            <a:ext cx="1008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© 2024 </a:t>
            </a:r>
            <a:r>
              <a:rPr lang="en-US" sz="800" dirty="0" err="1">
                <a:solidFill>
                  <a:schemeClr val="bg1"/>
                </a:solidFill>
              </a:rPr>
              <a:t>Neudesic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F2C20B6-E27B-5550-5DFB-AB3E16B217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4724400" y="6486523"/>
            <a:ext cx="2743200" cy="327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ts val="1500"/>
              </a:lnSpc>
              <a:defRPr sz="800">
                <a:solidFill>
                  <a:schemeClr val="bg1"/>
                </a:solidFill>
              </a:defRPr>
            </a:lvl1pPr>
          </a:lstStyle>
          <a:p>
            <a:fld id="{8F9FA050-416F-9147-B813-C4F89CA8C21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E7246B77-7258-6A76-B60C-878273230E2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09375" y="6577030"/>
            <a:ext cx="798743" cy="188794"/>
          </a:xfrm>
          <a:prstGeom prst="rect">
            <a:avLst/>
          </a:prstGeom>
        </p:spPr>
      </p:pic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06E73302-E10A-55B7-E16F-D367B6BF4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27569" y="4734243"/>
            <a:ext cx="2458439" cy="371475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here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2126FF9B-74CB-3227-9D59-A98E41A381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7569" y="5104367"/>
            <a:ext cx="2458439" cy="695016"/>
          </a:xfrm>
        </p:spPr>
        <p:txBody>
          <a:bodyPr>
            <a:noAutofit/>
          </a:bodyPr>
          <a:lstStyle>
            <a:lvl1pPr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magna.</a:t>
            </a: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A251FC3-8AAE-2A6E-6837-2DEE6D9A9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511" y="4231481"/>
            <a:ext cx="2667095" cy="797502"/>
          </a:xfrm>
        </p:spPr>
        <p:txBody>
          <a:bodyPr>
            <a:normAutofit/>
          </a:bodyPr>
          <a:lstStyle>
            <a:lvl1pPr>
              <a:lnSpc>
                <a:spcPts val="3225"/>
              </a:lnSpc>
              <a:defRPr sz="2900" b="1" spc="-15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Target Business Value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50E11EDD-D3FD-D137-5563-394E7BEEA0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5781" y="4734243"/>
            <a:ext cx="2458439" cy="371475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here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D38F3E48-6BA5-9B8F-B59D-54C12315A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5781" y="5104367"/>
            <a:ext cx="2458439" cy="695016"/>
          </a:xfrm>
        </p:spPr>
        <p:txBody>
          <a:bodyPr>
            <a:noAutofit/>
          </a:bodyPr>
          <a:lstStyle>
            <a:lvl1pPr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magna.</a:t>
            </a:r>
            <a:endParaRPr lang="en-US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F951879D-08E9-4F3E-D3B0-8B8B6FFFB2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96267" y="4734243"/>
            <a:ext cx="2458439" cy="371475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here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11817C91-9498-F26B-35C4-E559445D7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96267" y="5104367"/>
            <a:ext cx="2458439" cy="695016"/>
          </a:xfrm>
        </p:spPr>
        <p:txBody>
          <a:bodyPr>
            <a:noAutofit/>
          </a:bodyPr>
          <a:lstStyle>
            <a:lvl1pPr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magna.</a:t>
            </a:r>
            <a:endParaRPr lang="en-US"/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A086F580-89BB-7950-E054-CAE35CFBF4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569" y="4094248"/>
            <a:ext cx="731520" cy="564610"/>
          </a:xfrm>
        </p:spPr>
        <p:txBody>
          <a:bodyPr anchor="ctr" anchorCtr="0">
            <a:noAutofit/>
          </a:bodyPr>
          <a:lstStyle>
            <a:lvl1pPr>
              <a:lnSpc>
                <a:spcPts val="3975"/>
              </a:lnSpc>
              <a:spcBef>
                <a:spcPts val="0"/>
              </a:spcBef>
              <a:defRPr sz="3750" b="1" cap="none" spc="-15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27F6C3A0-C6BC-9F56-001B-A2026C2C98E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99643" y="4094248"/>
            <a:ext cx="731520" cy="564610"/>
          </a:xfrm>
        </p:spPr>
        <p:txBody>
          <a:bodyPr anchor="ctr" anchorCtr="0">
            <a:noAutofit/>
          </a:bodyPr>
          <a:lstStyle>
            <a:lvl1pPr>
              <a:lnSpc>
                <a:spcPts val="3975"/>
              </a:lnSpc>
              <a:spcBef>
                <a:spcPts val="0"/>
              </a:spcBef>
              <a:defRPr sz="3750" b="1" cap="none" spc="-15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7DE3E8B1-42BD-4EC6-D52C-076F284FEF6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90130" y="4094248"/>
            <a:ext cx="731520" cy="564610"/>
          </a:xfrm>
        </p:spPr>
        <p:txBody>
          <a:bodyPr anchor="ctr" anchorCtr="0">
            <a:noAutofit/>
          </a:bodyPr>
          <a:lstStyle>
            <a:lvl1pPr>
              <a:lnSpc>
                <a:spcPts val="3975"/>
              </a:lnSpc>
              <a:spcBef>
                <a:spcPts val="0"/>
              </a:spcBef>
              <a:defRPr sz="3750" b="1" cap="none" spc="-15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32346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white and blue background&#10;&#10;Description automatically generated">
            <a:extLst>
              <a:ext uri="{FF2B5EF4-FFF2-40B4-BE49-F238E27FC236}">
                <a16:creationId xmlns:a16="http://schemas.microsoft.com/office/drawing/2014/main" id="{C320F9F0-D414-4B53-9070-0DE01E7389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596BB4C-DDF6-B171-3565-3DF661A1AD2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6486524"/>
            <a:ext cx="12192000" cy="371475"/>
            <a:chOff x="0" y="6486524"/>
            <a:chExt cx="12192000" cy="37147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36113B7-5CEC-8C64-A907-0612B5A701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6486524"/>
              <a:ext cx="12192000" cy="371475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557F3DD-4EBF-4C3B-4CF8-F3D28863DA9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86611" y="6562891"/>
              <a:ext cx="10087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>
                  <a:solidFill>
                    <a:schemeClr val="bg1"/>
                  </a:solidFill>
                </a:rPr>
                <a:t>© 2024 </a:t>
              </a:r>
              <a:r>
                <a:rPr lang="en-US" sz="800" err="1">
                  <a:solidFill>
                    <a:schemeClr val="bg1"/>
                  </a:solidFill>
                </a:rPr>
                <a:t>Neudesic</a:t>
              </a:r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22AC89-9FD2-B201-FA86-D0C8B842F9C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0894286" y="6562891"/>
              <a:ext cx="10087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err="1">
                  <a:solidFill>
                    <a:schemeClr val="bg1"/>
                  </a:solidFill>
                </a:rPr>
                <a:t>neudesic.com</a:t>
              </a:r>
              <a:endParaRPr lang="en-US" sz="800">
                <a:solidFill>
                  <a:schemeClr val="bg1"/>
                </a:solidFill>
              </a:endParaRPr>
            </a:p>
          </p:txBody>
        </p:sp>
      </p:grp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A60055F-E8FD-4E67-FE87-F19DB38A2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2484093"/>
            <a:ext cx="5428646" cy="12049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ts val="5475"/>
              </a:lnSpc>
              <a:defRPr sz="5250" spc="-1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Client Name – Project Kickoff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6AEE2DE-1445-B1BC-005D-0ECEF4BAD8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612" y="3849397"/>
            <a:ext cx="5420333" cy="673100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5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B480F-3E58-17AC-52CF-A42195217D93}"/>
              </a:ext>
            </a:extLst>
          </p:cNvPr>
          <p:cNvSpPr txBox="1"/>
          <p:nvPr userDrawn="1"/>
        </p:nvSpPr>
        <p:spPr>
          <a:xfrm>
            <a:off x="9055100" y="-69850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r">
              <a:lnSpc>
                <a:spcPts val="2175"/>
              </a:lnSpc>
            </a:pPr>
            <a:endParaRPr lang="en-US" sz="1500" spc="0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02F43B7F-5B49-1063-5058-67C8E3A21F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5178" y="5670262"/>
            <a:ext cx="5420332" cy="371475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5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August 27, 2024</a:t>
            </a:r>
          </a:p>
        </p:txBody>
      </p:sp>
      <p:pic>
        <p:nvPicPr>
          <p:cNvPr id="34" name="Picture 33" descr="A close up of a logo&#10;&#10;Description automatically generated">
            <a:extLst>
              <a:ext uri="{FF2B5EF4-FFF2-40B4-BE49-F238E27FC236}">
                <a16:creationId xmlns:a16="http://schemas.microsoft.com/office/drawing/2014/main" id="{469D93DF-D39B-9267-0D44-8E6A9C87E5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8636" y="571644"/>
            <a:ext cx="1602625" cy="37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71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gram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1E8626-B4F1-38B5-0FCD-6E9B0990CC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5429D6-4706-116D-69D5-DB8ACA15E3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86524"/>
            <a:ext cx="12192000" cy="37147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C67571-4C09-45CC-AA9C-E109F375F77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6611" y="6562891"/>
            <a:ext cx="1008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© 2024 </a:t>
            </a:r>
            <a:r>
              <a:rPr lang="en-US" sz="800" err="1">
                <a:solidFill>
                  <a:schemeClr val="bg1"/>
                </a:solidFill>
              </a:rPr>
              <a:t>Neudesic</a:t>
            </a:r>
            <a:endParaRPr lang="en-US" sz="800">
              <a:solidFill>
                <a:schemeClr val="bg1"/>
              </a:solidFill>
            </a:endParaRPr>
          </a:p>
        </p:txBody>
      </p:sp>
      <p:pic>
        <p:nvPicPr>
          <p:cNvPr id="12" name="Picture 1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DCD2AC2-43FD-6CA2-EE05-F37BFF4308D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09375" y="6577030"/>
            <a:ext cx="798743" cy="18879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A7255-A2BE-073F-4ADC-0B3FC6C343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6860" y="574801"/>
            <a:ext cx="9098280" cy="50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975"/>
              </a:lnSpc>
              <a:defRPr sz="3750" spc="-150">
                <a:solidFill>
                  <a:schemeClr val="tx2"/>
                </a:solidFill>
              </a:defRPr>
            </a:lvl1pPr>
          </a:lstStyle>
          <a:p>
            <a:r>
              <a:rPr lang="en-US"/>
              <a:t>Content Main Title</a:t>
            </a:r>
          </a:p>
        </p:txBody>
      </p:sp>
      <p:sp>
        <p:nvSpPr>
          <p:cNvPr id="4" name="Text Placeholder 26">
            <a:extLst>
              <a:ext uri="{FF2B5EF4-FFF2-40B4-BE49-F238E27FC236}">
                <a16:creationId xmlns:a16="http://schemas.microsoft.com/office/drawing/2014/main" id="{0EE24C32-48C9-99D8-CF73-8D08476B5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6860" y="1073657"/>
            <a:ext cx="9098280" cy="371475"/>
          </a:xfrm>
        </p:spPr>
        <p:txBody>
          <a:bodyPr>
            <a:noAutofit/>
          </a:bodyPr>
          <a:lstStyle>
            <a:lvl1pPr marL="0" indent="0" algn="ctr">
              <a:lnSpc>
                <a:spcPts val="2100"/>
              </a:lnSpc>
              <a:buNone/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 dirty="0"/>
              <a:t>Sub-header goes here</a:t>
            </a:r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111F9433-8E5A-EE20-48F9-875D1FDAD4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95400" y="1697777"/>
            <a:ext cx="2669653" cy="323457"/>
          </a:xfrm>
        </p:spPr>
        <p:txBody>
          <a:bodyPr>
            <a:noAutofit/>
          </a:bodyPr>
          <a:lstStyle>
            <a:lvl1pPr marL="0" indent="0" algn="r">
              <a:lnSpc>
                <a:spcPts val="2100"/>
              </a:lnSpc>
              <a:buNone/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9D68A62F-2945-BFC6-36C7-397D3A8F4B6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95400" y="2044761"/>
            <a:ext cx="2669653" cy="724965"/>
          </a:xfrm>
        </p:spPr>
        <p:txBody>
          <a:bodyPr>
            <a:noAutofit/>
          </a:bodyPr>
          <a:lstStyle>
            <a:lvl1pPr marL="0" indent="0" algn="r">
              <a:lnSpc>
                <a:spcPts val="1550"/>
              </a:lnSpc>
              <a:buNone/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375DD9CE-3C4A-1CB9-5E4C-C0B60E6876EC}"/>
              </a:ext>
            </a:extLst>
          </p:cNvPr>
          <p:cNvSpPr>
            <a:spLocks noGrp="1" noChangeAspect="1"/>
          </p:cNvSpPr>
          <p:nvPr>
            <p:ph type="body" sz="quarter" idx="42" hasCustomPrompt="1"/>
          </p:nvPr>
        </p:nvSpPr>
        <p:spPr>
          <a:xfrm>
            <a:off x="4127135" y="1975082"/>
            <a:ext cx="587474" cy="583980"/>
          </a:xfrm>
          <a:prstGeom prst="ellipse">
            <a:avLst/>
          </a:prstGeom>
          <a:solidFill>
            <a:schemeClr val="accent1"/>
          </a:solidFill>
        </p:spPr>
        <p:txBody>
          <a:bodyPr tIns="73152" bIns="91440" anchor="ctr" anchorCtr="1">
            <a:noAutofit/>
          </a:bodyPr>
          <a:lstStyle>
            <a:lvl1pPr marL="0" indent="0" algn="r">
              <a:lnSpc>
                <a:spcPts val="2100"/>
              </a:lnSpc>
              <a:buNone/>
              <a:defRPr sz="1500" b="1" cap="all" baseline="0">
                <a:solidFill>
                  <a:schemeClr val="bg1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C9210906-ADF2-F8F8-8904-97B9416F7C96}"/>
              </a:ext>
            </a:extLst>
          </p:cNvPr>
          <p:cNvSpPr>
            <a:spLocks noGrp="1" noChangeAspect="1"/>
          </p:cNvSpPr>
          <p:nvPr>
            <p:ph type="body" sz="quarter" idx="43" hasCustomPrompt="1"/>
          </p:nvPr>
        </p:nvSpPr>
        <p:spPr>
          <a:xfrm>
            <a:off x="3535806" y="3501636"/>
            <a:ext cx="587474" cy="583980"/>
          </a:xfrm>
          <a:prstGeom prst="ellipse">
            <a:avLst/>
          </a:prstGeom>
          <a:solidFill>
            <a:schemeClr val="accent1"/>
          </a:solidFill>
        </p:spPr>
        <p:txBody>
          <a:bodyPr tIns="73152" bIns="91440" anchor="ctr" anchorCtr="1">
            <a:noAutofit/>
          </a:bodyPr>
          <a:lstStyle>
            <a:lvl1pPr marL="0" indent="0" algn="r">
              <a:lnSpc>
                <a:spcPts val="2100"/>
              </a:lnSpc>
              <a:buNone/>
              <a:defRPr sz="1500" b="1" cap="all" baseline="0">
                <a:solidFill>
                  <a:schemeClr val="bg1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B276FAAA-941C-4A93-C2FC-6CDE3E7981A8}"/>
              </a:ext>
            </a:extLst>
          </p:cNvPr>
          <p:cNvSpPr>
            <a:spLocks noGrp="1" noChangeAspect="1"/>
          </p:cNvSpPr>
          <p:nvPr>
            <p:ph type="body" sz="quarter" idx="44" hasCustomPrompt="1"/>
          </p:nvPr>
        </p:nvSpPr>
        <p:spPr>
          <a:xfrm>
            <a:off x="4127135" y="5033814"/>
            <a:ext cx="587474" cy="583980"/>
          </a:xfrm>
          <a:prstGeom prst="ellipse">
            <a:avLst/>
          </a:prstGeom>
          <a:solidFill>
            <a:schemeClr val="accent1"/>
          </a:solidFill>
        </p:spPr>
        <p:txBody>
          <a:bodyPr tIns="73152" bIns="91440" anchor="ctr" anchorCtr="1">
            <a:noAutofit/>
          </a:bodyPr>
          <a:lstStyle>
            <a:lvl1pPr marL="0" indent="0" algn="r">
              <a:lnSpc>
                <a:spcPts val="2100"/>
              </a:lnSpc>
              <a:buNone/>
              <a:defRPr sz="1500" b="1" cap="all" baseline="0">
                <a:solidFill>
                  <a:schemeClr val="bg1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6037C5F7-91B9-CC71-63EF-E571618D594C}"/>
              </a:ext>
            </a:extLst>
          </p:cNvPr>
          <p:cNvSpPr>
            <a:spLocks noGrp="1" noChangeAspect="1"/>
          </p:cNvSpPr>
          <p:nvPr>
            <p:ph type="body" sz="quarter" idx="45" hasCustomPrompt="1"/>
          </p:nvPr>
        </p:nvSpPr>
        <p:spPr>
          <a:xfrm>
            <a:off x="7417687" y="1975082"/>
            <a:ext cx="587474" cy="583980"/>
          </a:xfrm>
          <a:prstGeom prst="ellipse">
            <a:avLst/>
          </a:prstGeom>
          <a:solidFill>
            <a:schemeClr val="accent1"/>
          </a:solidFill>
        </p:spPr>
        <p:txBody>
          <a:bodyPr tIns="73152" bIns="91440" anchor="ctr" anchorCtr="1">
            <a:noAutofit/>
          </a:bodyPr>
          <a:lstStyle>
            <a:lvl1pPr marL="0" indent="0" algn="r">
              <a:lnSpc>
                <a:spcPts val="2100"/>
              </a:lnSpc>
              <a:buNone/>
              <a:defRPr sz="1500" b="1" cap="all" baseline="0">
                <a:solidFill>
                  <a:schemeClr val="bg1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8A843073-CA42-9667-1E76-F461FC7BCD57}"/>
              </a:ext>
            </a:extLst>
          </p:cNvPr>
          <p:cNvSpPr>
            <a:spLocks noGrp="1" noChangeAspect="1"/>
          </p:cNvSpPr>
          <p:nvPr>
            <p:ph type="body" sz="quarter" idx="46" hasCustomPrompt="1"/>
          </p:nvPr>
        </p:nvSpPr>
        <p:spPr>
          <a:xfrm>
            <a:off x="7417687" y="5033814"/>
            <a:ext cx="587474" cy="583980"/>
          </a:xfrm>
          <a:prstGeom prst="ellipse">
            <a:avLst/>
          </a:prstGeom>
          <a:solidFill>
            <a:schemeClr val="accent1"/>
          </a:solidFill>
        </p:spPr>
        <p:txBody>
          <a:bodyPr tIns="73152" bIns="91440" anchor="ctr" anchorCtr="1">
            <a:noAutofit/>
          </a:bodyPr>
          <a:lstStyle>
            <a:lvl1pPr marL="0" indent="0" algn="r">
              <a:lnSpc>
                <a:spcPts val="2100"/>
              </a:lnSpc>
              <a:buNone/>
              <a:defRPr sz="1500" b="1" cap="all" baseline="0">
                <a:solidFill>
                  <a:schemeClr val="bg1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4E70BE3-7D25-243A-7F9E-E5480FF419A1}"/>
              </a:ext>
            </a:extLst>
          </p:cNvPr>
          <p:cNvSpPr>
            <a:spLocks noGrp="1" noChangeAspect="1"/>
          </p:cNvSpPr>
          <p:nvPr>
            <p:ph type="body" sz="quarter" idx="47" hasCustomPrompt="1"/>
          </p:nvPr>
        </p:nvSpPr>
        <p:spPr>
          <a:xfrm>
            <a:off x="7940381" y="3501636"/>
            <a:ext cx="587474" cy="583980"/>
          </a:xfrm>
          <a:prstGeom prst="ellipse">
            <a:avLst/>
          </a:prstGeom>
          <a:solidFill>
            <a:schemeClr val="accent1"/>
          </a:solidFill>
        </p:spPr>
        <p:txBody>
          <a:bodyPr tIns="73152" bIns="91440" anchor="ctr" anchorCtr="1">
            <a:noAutofit/>
          </a:bodyPr>
          <a:lstStyle>
            <a:lvl1pPr marL="0" indent="0" algn="r">
              <a:lnSpc>
                <a:spcPts val="2100"/>
              </a:lnSpc>
              <a:buNone/>
              <a:defRPr sz="1500" b="1" cap="all" baseline="0">
                <a:solidFill>
                  <a:schemeClr val="bg1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9C364052-D492-F8A2-D9D9-207143568DC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09409" y="3230363"/>
            <a:ext cx="2669653" cy="323457"/>
          </a:xfrm>
        </p:spPr>
        <p:txBody>
          <a:bodyPr>
            <a:noAutofit/>
          </a:bodyPr>
          <a:lstStyle>
            <a:lvl1pPr marL="0" indent="0" algn="r">
              <a:lnSpc>
                <a:spcPts val="2100"/>
              </a:lnSpc>
              <a:buNone/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78DA64F8-7BF7-F179-F47C-D37E5CDBC2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9409" y="3577347"/>
            <a:ext cx="2669653" cy="724965"/>
          </a:xfrm>
        </p:spPr>
        <p:txBody>
          <a:bodyPr>
            <a:noAutofit/>
          </a:bodyPr>
          <a:lstStyle>
            <a:lvl1pPr marL="0" indent="0" algn="r">
              <a:lnSpc>
                <a:spcPts val="1550"/>
              </a:lnSpc>
              <a:buNone/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A91569FF-AF06-0C5A-274B-9D85F7FBC1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295400" y="4756509"/>
            <a:ext cx="2669653" cy="323457"/>
          </a:xfrm>
        </p:spPr>
        <p:txBody>
          <a:bodyPr>
            <a:noAutofit/>
          </a:bodyPr>
          <a:lstStyle>
            <a:lvl1pPr marL="0" indent="0" algn="r">
              <a:lnSpc>
                <a:spcPts val="2100"/>
              </a:lnSpc>
              <a:buNone/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251E5B0C-B52A-9A0A-6384-9B3C57620F6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295400" y="5103493"/>
            <a:ext cx="2669653" cy="724965"/>
          </a:xfrm>
        </p:spPr>
        <p:txBody>
          <a:bodyPr>
            <a:noAutofit/>
          </a:bodyPr>
          <a:lstStyle>
            <a:lvl1pPr marL="0" indent="0" algn="r">
              <a:lnSpc>
                <a:spcPts val="1550"/>
              </a:lnSpc>
              <a:buNone/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DF22C64F-3530-E73A-7B9E-F6787E29CFA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43238" y="1697777"/>
            <a:ext cx="2669653" cy="323457"/>
          </a:xfrm>
        </p:spPr>
        <p:txBody>
          <a:bodyPr>
            <a:noAutofit/>
          </a:bodyPr>
          <a:lstStyle>
            <a:lvl1pPr marL="0" indent="0" algn="l">
              <a:lnSpc>
                <a:spcPts val="2100"/>
              </a:lnSpc>
              <a:buNone/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D7BD0934-028E-89A8-6185-F74F6C6B90C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43238" y="2044761"/>
            <a:ext cx="2669653" cy="724965"/>
          </a:xfrm>
        </p:spPr>
        <p:txBody>
          <a:bodyPr>
            <a:noAutofit/>
          </a:bodyPr>
          <a:lstStyle>
            <a:lvl1pPr marL="0" indent="0" algn="l">
              <a:lnSpc>
                <a:spcPts val="1550"/>
              </a:lnSpc>
              <a:buNone/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022D411E-01DC-B1B3-7A8D-A1AEB20AA63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43238" y="4756509"/>
            <a:ext cx="2669653" cy="323457"/>
          </a:xfrm>
        </p:spPr>
        <p:txBody>
          <a:bodyPr>
            <a:noAutofit/>
          </a:bodyPr>
          <a:lstStyle>
            <a:lvl1pPr marL="0" indent="0" algn="l">
              <a:lnSpc>
                <a:spcPts val="2100"/>
              </a:lnSpc>
              <a:buNone/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029119B4-5476-C59E-06F4-8CB2B01A6BD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43238" y="5103493"/>
            <a:ext cx="2669653" cy="724965"/>
          </a:xfrm>
        </p:spPr>
        <p:txBody>
          <a:bodyPr>
            <a:noAutofit/>
          </a:bodyPr>
          <a:lstStyle>
            <a:lvl1pPr marL="0" indent="0" algn="l">
              <a:lnSpc>
                <a:spcPts val="1550"/>
              </a:lnSpc>
              <a:buNone/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0C003FAB-BAC1-A141-044D-146A7971FFE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81431" y="3230363"/>
            <a:ext cx="2669653" cy="323457"/>
          </a:xfrm>
        </p:spPr>
        <p:txBody>
          <a:bodyPr>
            <a:noAutofit/>
          </a:bodyPr>
          <a:lstStyle>
            <a:lvl1pPr marL="0" indent="0" algn="l">
              <a:lnSpc>
                <a:spcPts val="2100"/>
              </a:lnSpc>
              <a:buNone/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EED1B715-5039-8D5A-C5CD-AB9182493D1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81431" y="3577347"/>
            <a:ext cx="2669653" cy="724965"/>
          </a:xfrm>
        </p:spPr>
        <p:txBody>
          <a:bodyPr>
            <a:noAutofit/>
          </a:bodyPr>
          <a:lstStyle>
            <a:lvl1pPr marL="0" indent="0" algn="l">
              <a:lnSpc>
                <a:spcPts val="1550"/>
              </a:lnSpc>
              <a:buNone/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75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lue and pink background&#10;&#10;Description automatically generated">
            <a:extLst>
              <a:ext uri="{FF2B5EF4-FFF2-40B4-BE49-F238E27FC236}">
                <a16:creationId xmlns:a16="http://schemas.microsoft.com/office/drawing/2014/main" id="{CF10CE11-7BF7-21EE-16D0-FE9459670D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82046-C084-023D-FDE8-3DF1349D3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3587" y="3452070"/>
            <a:ext cx="5940358" cy="6899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5250" spc="-150">
                <a:solidFill>
                  <a:schemeClr val="tx2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923A04-A7F0-6C7E-897C-F85B24B4C2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86524"/>
            <a:ext cx="12192000" cy="37147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073FD-C9B1-96CF-4212-BE8C8FED3A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6611" y="6562891"/>
            <a:ext cx="1008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© 2024 </a:t>
            </a:r>
            <a:r>
              <a:rPr lang="en-US" sz="800" err="1">
                <a:solidFill>
                  <a:schemeClr val="bg1"/>
                </a:solidFill>
              </a:rPr>
              <a:t>Neudesic</a:t>
            </a:r>
            <a:endParaRPr lang="en-US" sz="800">
              <a:solidFill>
                <a:schemeClr val="bg1"/>
              </a:solidFill>
            </a:endParaRPr>
          </a:p>
        </p:txBody>
      </p:sp>
      <p:pic>
        <p:nvPicPr>
          <p:cNvPr id="7" name="Picture 6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CB082637-6905-3D26-A248-3EC8010D695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09375" y="6577030"/>
            <a:ext cx="798743" cy="1887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269E3A-654D-7758-092C-A41D585629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591605" y="6562891"/>
            <a:ext cx="1008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err="1">
                <a:solidFill>
                  <a:schemeClr val="bg1"/>
                </a:solidFill>
              </a:rPr>
              <a:t>neudesic.com</a:t>
            </a:r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396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Lis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1E8626-B4F1-38B5-0FCD-6E9B0990CC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5429D6-4706-116D-69D5-DB8ACA15E3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86524"/>
            <a:ext cx="12192000" cy="37147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C67571-4C09-45CC-AA9C-E109F375F77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6611" y="6562891"/>
            <a:ext cx="1008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© 2024 </a:t>
            </a:r>
            <a:r>
              <a:rPr lang="en-US" sz="800" err="1">
                <a:solidFill>
                  <a:schemeClr val="bg1"/>
                </a:solidFill>
              </a:rPr>
              <a:t>Neudesic</a:t>
            </a:r>
            <a:endParaRPr lang="en-US" sz="800">
              <a:solidFill>
                <a:schemeClr val="bg1"/>
              </a:solidFill>
            </a:endParaRPr>
          </a:p>
        </p:txBody>
      </p:sp>
      <p:pic>
        <p:nvPicPr>
          <p:cNvPr id="12" name="Picture 1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DCD2AC2-43FD-6CA2-EE05-F37BFF4308D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09375" y="6577030"/>
            <a:ext cx="798743" cy="18879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A7255-A2BE-073F-4ADC-0B3FC6C343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6860" y="574801"/>
            <a:ext cx="9098280" cy="50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ts val="3975"/>
              </a:lnSpc>
              <a:defRPr sz="3750" spc="-150">
                <a:solidFill>
                  <a:schemeClr val="tx2"/>
                </a:solidFill>
              </a:defRPr>
            </a:lvl1pPr>
          </a:lstStyle>
          <a:p>
            <a:r>
              <a:rPr lang="en-US"/>
              <a:t>Content Main Title</a:t>
            </a:r>
          </a:p>
        </p:txBody>
      </p:sp>
      <p:sp>
        <p:nvSpPr>
          <p:cNvPr id="4" name="Text Placeholder 26">
            <a:extLst>
              <a:ext uri="{FF2B5EF4-FFF2-40B4-BE49-F238E27FC236}">
                <a16:creationId xmlns:a16="http://schemas.microsoft.com/office/drawing/2014/main" id="{0EE24C32-48C9-99D8-CF73-8D08476B5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46860" y="1073657"/>
            <a:ext cx="9098280" cy="371475"/>
          </a:xfrm>
        </p:spPr>
        <p:txBody>
          <a:bodyPr>
            <a:noAutofit/>
          </a:bodyPr>
          <a:lstStyle>
            <a:lvl1pPr algn="ctr"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906091AC-FEF7-4608-4AF5-F4718B992B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6002" y="3544208"/>
            <a:ext cx="2458439" cy="557506"/>
          </a:xfrm>
        </p:spPr>
        <p:txBody>
          <a:bodyPr>
            <a:noAutofit/>
          </a:bodyPr>
          <a:lstStyle>
            <a:lvl1pPr algn="ctr"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1A200313-CB5F-F228-CD30-673F098FA3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6002" y="4181378"/>
            <a:ext cx="2458439" cy="1729304"/>
          </a:xfrm>
        </p:spPr>
        <p:txBody>
          <a:bodyPr>
            <a:noAutofit/>
          </a:bodyPr>
          <a:lstStyle>
            <a:lvl1pPr algn="ctr"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 Ut </a:t>
            </a:r>
            <a:r>
              <a:rPr lang="en-US" err="1">
                <a:effectLst/>
              </a:rPr>
              <a:t>enim</a:t>
            </a:r>
            <a:r>
              <a:rPr lang="en-US">
                <a:effectLst/>
              </a:rPr>
              <a:t> ad minim </a:t>
            </a:r>
            <a:r>
              <a:rPr lang="en-US" err="1">
                <a:effectLst/>
              </a:rPr>
              <a:t>veniam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quis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nostrud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exercitation.Lorem</a:t>
            </a:r>
            <a:r>
              <a:rPr lang="en-US">
                <a:effectLst/>
              </a:rPr>
              <a:t>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 </a:t>
            </a:r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B9DA1C8-7507-1FCC-05A8-FF0AC72B4D7E}"/>
              </a:ext>
            </a:extLst>
          </p:cNvPr>
          <p:cNvSpPr/>
          <p:nvPr userDrawn="1"/>
        </p:nvSpPr>
        <p:spPr>
          <a:xfrm>
            <a:off x="1197897" y="2011474"/>
            <a:ext cx="1374648" cy="1375637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Picture Placeholder 25">
            <a:extLst>
              <a:ext uri="{FF2B5EF4-FFF2-40B4-BE49-F238E27FC236}">
                <a16:creationId xmlns:a16="http://schemas.microsoft.com/office/drawing/2014/main" id="{3677A5E6-2AC9-27DA-D417-ADE781842C9A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427452" y="2242092"/>
            <a:ext cx="914400" cy="914400"/>
          </a:xfrm>
          <a:prstGeom prst="ellipse">
            <a:avLst/>
          </a:prstGeom>
          <a:noFill/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39119302-03EC-2AAB-F00E-0631017257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54807" y="3544208"/>
            <a:ext cx="2458439" cy="557506"/>
          </a:xfrm>
        </p:spPr>
        <p:txBody>
          <a:bodyPr>
            <a:noAutofit/>
          </a:bodyPr>
          <a:lstStyle>
            <a:lvl1pPr algn="ctr"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A704A1E8-A235-8B38-AF98-DD2161B29D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54807" y="4181378"/>
            <a:ext cx="2458439" cy="1729304"/>
          </a:xfrm>
        </p:spPr>
        <p:txBody>
          <a:bodyPr>
            <a:noAutofit/>
          </a:bodyPr>
          <a:lstStyle>
            <a:lvl1pPr algn="ctr"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 Ut </a:t>
            </a:r>
            <a:r>
              <a:rPr lang="en-US" err="1">
                <a:effectLst/>
              </a:rPr>
              <a:t>enim</a:t>
            </a:r>
            <a:r>
              <a:rPr lang="en-US">
                <a:effectLst/>
              </a:rPr>
              <a:t> ad minim </a:t>
            </a:r>
            <a:r>
              <a:rPr lang="en-US" err="1">
                <a:effectLst/>
              </a:rPr>
              <a:t>veniam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quis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nostrud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exercitation.Lorem</a:t>
            </a:r>
            <a:r>
              <a:rPr lang="en-US">
                <a:effectLst/>
              </a:rPr>
              <a:t>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 </a:t>
            </a: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9BB1FE-BD4D-30CE-19F0-74A07239A708}"/>
              </a:ext>
            </a:extLst>
          </p:cNvPr>
          <p:cNvSpPr/>
          <p:nvPr userDrawn="1"/>
        </p:nvSpPr>
        <p:spPr>
          <a:xfrm>
            <a:off x="3996702" y="2011474"/>
            <a:ext cx="1374648" cy="1375637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36A72CA5-7FC4-E3BC-1724-331F357FBB4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4226257" y="2242092"/>
            <a:ext cx="914400" cy="914400"/>
          </a:xfrm>
          <a:prstGeom prst="ellipse">
            <a:avLst/>
          </a:prstGeom>
          <a:noFill/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1CB69CBD-AFC5-7DEF-DE45-AA7F19DD77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7434" y="3544208"/>
            <a:ext cx="2458439" cy="557506"/>
          </a:xfrm>
        </p:spPr>
        <p:txBody>
          <a:bodyPr>
            <a:noAutofit/>
          </a:bodyPr>
          <a:lstStyle>
            <a:lvl1pPr algn="ctr"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A27D3047-37D6-F433-30E4-B0684E67CA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7434" y="4181378"/>
            <a:ext cx="2458439" cy="1729304"/>
          </a:xfrm>
        </p:spPr>
        <p:txBody>
          <a:bodyPr>
            <a:noAutofit/>
          </a:bodyPr>
          <a:lstStyle>
            <a:lvl1pPr algn="ctr"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 Ut </a:t>
            </a:r>
            <a:r>
              <a:rPr lang="en-US" err="1">
                <a:effectLst/>
              </a:rPr>
              <a:t>enim</a:t>
            </a:r>
            <a:r>
              <a:rPr lang="en-US">
                <a:effectLst/>
              </a:rPr>
              <a:t> ad minim </a:t>
            </a:r>
            <a:r>
              <a:rPr lang="en-US" err="1">
                <a:effectLst/>
              </a:rPr>
              <a:t>veniam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quis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nostrud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exercitation.Lorem</a:t>
            </a:r>
            <a:r>
              <a:rPr lang="en-US">
                <a:effectLst/>
              </a:rPr>
              <a:t>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 </a:t>
            </a:r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A20E897-20A0-B222-1608-BC2C80B69D7B}"/>
              </a:ext>
            </a:extLst>
          </p:cNvPr>
          <p:cNvSpPr/>
          <p:nvPr userDrawn="1"/>
        </p:nvSpPr>
        <p:spPr>
          <a:xfrm>
            <a:off x="6789329" y="2011474"/>
            <a:ext cx="1374648" cy="1375637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25">
            <a:extLst>
              <a:ext uri="{FF2B5EF4-FFF2-40B4-BE49-F238E27FC236}">
                <a16:creationId xmlns:a16="http://schemas.microsoft.com/office/drawing/2014/main" id="{6AE7B52B-D1F6-7049-412B-676D51C9C292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7018884" y="2242092"/>
            <a:ext cx="914400" cy="914400"/>
          </a:xfrm>
          <a:prstGeom prst="ellipse">
            <a:avLst/>
          </a:prstGeom>
          <a:noFill/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8EBA148C-2C57-70BA-47F8-89A8717682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40061" y="3544208"/>
            <a:ext cx="2458439" cy="557506"/>
          </a:xfrm>
        </p:spPr>
        <p:txBody>
          <a:bodyPr>
            <a:noAutofit/>
          </a:bodyPr>
          <a:lstStyle>
            <a:lvl1pPr algn="ctr"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0BBD14E1-59C3-A6E2-5F5D-9490CDD1D88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40061" y="4181378"/>
            <a:ext cx="2458439" cy="1729304"/>
          </a:xfrm>
        </p:spPr>
        <p:txBody>
          <a:bodyPr>
            <a:noAutofit/>
          </a:bodyPr>
          <a:lstStyle>
            <a:lvl1pPr algn="ctr"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 Ut </a:t>
            </a:r>
            <a:r>
              <a:rPr lang="en-US" err="1">
                <a:effectLst/>
              </a:rPr>
              <a:t>enim</a:t>
            </a:r>
            <a:r>
              <a:rPr lang="en-US">
                <a:effectLst/>
              </a:rPr>
              <a:t> ad minim </a:t>
            </a:r>
            <a:r>
              <a:rPr lang="en-US" err="1">
                <a:effectLst/>
              </a:rPr>
              <a:t>veniam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quis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nostrud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exercitation.Lorem</a:t>
            </a:r>
            <a:r>
              <a:rPr lang="en-US">
                <a:effectLst/>
              </a:rPr>
              <a:t>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 </a:t>
            </a:r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48D81F-6DB9-51CA-5796-88609E5BB881}"/>
              </a:ext>
            </a:extLst>
          </p:cNvPr>
          <p:cNvSpPr/>
          <p:nvPr userDrawn="1"/>
        </p:nvSpPr>
        <p:spPr>
          <a:xfrm>
            <a:off x="9581956" y="2011474"/>
            <a:ext cx="1374648" cy="1375637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25">
            <a:extLst>
              <a:ext uri="{FF2B5EF4-FFF2-40B4-BE49-F238E27FC236}">
                <a16:creationId xmlns:a16="http://schemas.microsoft.com/office/drawing/2014/main" id="{C25DA5F3-C55E-E356-078A-955B6A3BCFD9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9811511" y="2242092"/>
            <a:ext cx="914400" cy="914400"/>
          </a:xfrm>
          <a:prstGeom prst="ellipse">
            <a:avLst/>
          </a:prstGeom>
          <a:noFill/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3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atter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DFBA55-E4ED-C0AC-6E6E-00F9E6A9BB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4CEA6C-5366-4C70-7E9D-31C8910BCF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86524"/>
            <a:ext cx="12192000" cy="37147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690E0-0A51-F61E-D4D6-F0F7F1436FD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6611" y="6562891"/>
            <a:ext cx="1008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© 2024 </a:t>
            </a:r>
            <a:r>
              <a:rPr lang="en-US" sz="800" err="1">
                <a:solidFill>
                  <a:schemeClr val="bg1"/>
                </a:solidFill>
              </a:rPr>
              <a:t>Neudesic</a:t>
            </a:r>
            <a:endParaRPr lang="en-US" sz="800">
              <a:solidFill>
                <a:schemeClr val="bg1"/>
              </a:solidFill>
            </a:endParaRPr>
          </a:p>
        </p:txBody>
      </p:sp>
      <p:pic>
        <p:nvPicPr>
          <p:cNvPr id="6" name="Picture 5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E7246B77-7258-6A76-B60C-878273230E2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09375" y="6577030"/>
            <a:ext cx="798743" cy="188794"/>
          </a:xfrm>
          <a:prstGeom prst="rect">
            <a:avLst/>
          </a:prstGeom>
        </p:spPr>
      </p:pic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2EB7001-C442-C5FE-48FF-0CE8CB1E87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440" y="1162275"/>
            <a:ext cx="4453631" cy="10328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ts val="3975"/>
              </a:lnSpc>
              <a:defRPr sz="3750" spc="-150">
                <a:solidFill>
                  <a:schemeClr val="tx2"/>
                </a:solidFill>
              </a:defRPr>
            </a:lvl1pPr>
          </a:lstStyle>
          <a:p>
            <a:r>
              <a:rPr lang="en-US"/>
              <a:t>Content Main</a:t>
            </a:r>
            <a:br>
              <a:rPr lang="en-US"/>
            </a:br>
            <a:r>
              <a:rPr lang="en-US"/>
              <a:t>Title Line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0E4EFF80-0177-14E5-8F6C-C5CEA29B79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16319" y="2381884"/>
            <a:ext cx="3700027" cy="371475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B283EBE8-6F20-F078-5981-71C172FD3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6318" y="2764282"/>
            <a:ext cx="4444753" cy="955462"/>
          </a:xfrm>
        </p:spPr>
        <p:txBody>
          <a:bodyPr>
            <a:noAutofit/>
          </a:bodyPr>
          <a:lstStyle>
            <a:lvl1pPr>
              <a:lnSpc>
                <a:spcPts val="170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 Ut </a:t>
            </a:r>
            <a:r>
              <a:rPr lang="en-US" err="1">
                <a:effectLst/>
              </a:rPr>
              <a:t>enim</a:t>
            </a:r>
            <a:r>
              <a:rPr lang="en-US">
                <a:effectLst/>
              </a:rPr>
              <a:t> ad minim </a:t>
            </a:r>
            <a:r>
              <a:rPr lang="en-US" err="1">
                <a:effectLst/>
              </a:rPr>
              <a:t>veniam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quis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nostrud</a:t>
            </a:r>
            <a:r>
              <a:rPr lang="en-US">
                <a:effectLst/>
              </a:rPr>
              <a:t> exercitation </a:t>
            </a:r>
            <a:r>
              <a:rPr lang="en-US" err="1">
                <a:effectLst/>
              </a:rPr>
              <a:t>ullamco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laboris</a:t>
            </a:r>
            <a:r>
              <a:rPr lang="en-US">
                <a:effectLst/>
              </a:rPr>
              <a:t> nisi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aliquip</a:t>
            </a:r>
            <a:r>
              <a:rPr lang="en-US">
                <a:effectLst/>
              </a:rPr>
              <a:t> ex </a:t>
            </a:r>
            <a:r>
              <a:rPr lang="en-US" err="1">
                <a:effectLst/>
              </a:rPr>
              <a:t>ea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commodo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consequat</a:t>
            </a:r>
            <a:r>
              <a:rPr lang="en-US">
                <a:effectLst/>
              </a:rPr>
              <a:t>. Duis </a:t>
            </a:r>
            <a:r>
              <a:rPr lang="en-US" err="1">
                <a:effectLst/>
              </a:rPr>
              <a:t>aute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irure</a:t>
            </a:r>
            <a:r>
              <a:rPr lang="en-US">
                <a:effectLst/>
              </a:rPr>
              <a:t> dolor in </a:t>
            </a:r>
            <a:r>
              <a:rPr lang="en-US" err="1">
                <a:effectLst/>
              </a:rPr>
              <a:t>reprehenderit</a:t>
            </a:r>
            <a:r>
              <a:rPr lang="en-US">
                <a:effectLst/>
              </a:rPr>
              <a:t> in </a:t>
            </a:r>
            <a:r>
              <a:rPr lang="en-US" err="1">
                <a:effectLst/>
              </a:rPr>
              <a:t>voluptate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velit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E89CCE2A-4E73-3E9D-6BF7-8F6131CF3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16318" y="3820747"/>
            <a:ext cx="4444753" cy="955462"/>
          </a:xfrm>
        </p:spPr>
        <p:txBody>
          <a:bodyPr>
            <a:noAutofit/>
          </a:bodyPr>
          <a:lstStyle>
            <a:lvl1pPr>
              <a:lnSpc>
                <a:spcPts val="170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 Ut </a:t>
            </a:r>
            <a:r>
              <a:rPr lang="en-US" err="1">
                <a:effectLst/>
              </a:rPr>
              <a:t>enim</a:t>
            </a:r>
            <a:r>
              <a:rPr lang="en-US">
                <a:effectLst/>
              </a:rPr>
              <a:t> ad minim </a:t>
            </a:r>
            <a:r>
              <a:rPr lang="en-US" err="1">
                <a:effectLst/>
              </a:rPr>
              <a:t>veniam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quis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nostrud</a:t>
            </a:r>
            <a:r>
              <a:rPr lang="en-US">
                <a:effectLst/>
              </a:rPr>
              <a:t> exercitation </a:t>
            </a:r>
            <a:r>
              <a:rPr lang="en-US" err="1">
                <a:effectLst/>
              </a:rPr>
              <a:t>ullamco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laboris</a:t>
            </a:r>
            <a:r>
              <a:rPr lang="en-US">
                <a:effectLst/>
              </a:rPr>
              <a:t> nisi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aliquip</a:t>
            </a:r>
            <a:r>
              <a:rPr lang="en-US">
                <a:effectLst/>
              </a:rPr>
              <a:t> ex </a:t>
            </a:r>
            <a:r>
              <a:rPr lang="en-US" err="1">
                <a:effectLst/>
              </a:rPr>
              <a:t>ea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commodo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consequat</a:t>
            </a:r>
            <a:r>
              <a:rPr lang="en-US">
                <a:effectLst/>
              </a:rPr>
              <a:t>. Duis </a:t>
            </a:r>
            <a:r>
              <a:rPr lang="en-US" err="1">
                <a:effectLst/>
              </a:rPr>
              <a:t>aute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irure</a:t>
            </a:r>
            <a:r>
              <a:rPr lang="en-US">
                <a:effectLst/>
              </a:rPr>
              <a:t> dolor in </a:t>
            </a:r>
            <a:r>
              <a:rPr lang="en-US" err="1">
                <a:effectLst/>
              </a:rPr>
              <a:t>reprehenderit</a:t>
            </a:r>
            <a:r>
              <a:rPr lang="en-US">
                <a:effectLst/>
              </a:rPr>
              <a:t> in </a:t>
            </a:r>
            <a:r>
              <a:rPr lang="en-US" err="1">
                <a:effectLst/>
              </a:rPr>
              <a:t>voluptate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velit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0E968CDF-2D18-18AE-C24E-8DCBFCBF28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16318" y="4961895"/>
            <a:ext cx="4444753" cy="955462"/>
          </a:xfrm>
        </p:spPr>
        <p:txBody>
          <a:bodyPr>
            <a:noAutofit/>
          </a:bodyPr>
          <a:lstStyle>
            <a:lvl1pPr>
              <a:lnSpc>
                <a:spcPts val="170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 Ut </a:t>
            </a:r>
            <a:r>
              <a:rPr lang="en-US" err="1">
                <a:effectLst/>
              </a:rPr>
              <a:t>enim</a:t>
            </a:r>
            <a:r>
              <a:rPr lang="en-US">
                <a:effectLst/>
              </a:rPr>
              <a:t> ad minim </a:t>
            </a:r>
            <a:r>
              <a:rPr lang="en-US" err="1">
                <a:effectLst/>
              </a:rPr>
              <a:t>veniam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quis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nostrud</a:t>
            </a:r>
            <a:r>
              <a:rPr lang="en-US">
                <a:effectLst/>
              </a:rPr>
              <a:t> exercitation </a:t>
            </a:r>
            <a:r>
              <a:rPr lang="en-US" err="1">
                <a:effectLst/>
              </a:rPr>
              <a:t>ullamco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laboris</a:t>
            </a:r>
            <a:r>
              <a:rPr lang="en-US">
                <a:effectLst/>
              </a:rPr>
              <a:t> nisi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aliquip</a:t>
            </a:r>
            <a:r>
              <a:rPr lang="en-US">
                <a:effectLst/>
              </a:rPr>
              <a:t> ex </a:t>
            </a:r>
            <a:r>
              <a:rPr lang="en-US" err="1">
                <a:effectLst/>
              </a:rPr>
              <a:t>ea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commodo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consequat</a:t>
            </a:r>
            <a:r>
              <a:rPr lang="en-US">
                <a:effectLst/>
              </a:rPr>
              <a:t>. Duis </a:t>
            </a:r>
            <a:r>
              <a:rPr lang="en-US" err="1">
                <a:effectLst/>
              </a:rPr>
              <a:t>aute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irure</a:t>
            </a:r>
            <a:r>
              <a:rPr lang="en-US">
                <a:effectLst/>
              </a:rPr>
              <a:t> dolor in </a:t>
            </a:r>
            <a:r>
              <a:rPr lang="en-US" err="1">
                <a:effectLst/>
              </a:rPr>
              <a:t>reprehenderit</a:t>
            </a:r>
            <a:r>
              <a:rPr lang="en-US">
                <a:effectLst/>
              </a:rPr>
              <a:t> in </a:t>
            </a:r>
            <a:r>
              <a:rPr lang="en-US" err="1">
                <a:effectLst/>
              </a:rPr>
              <a:t>voluptate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velit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26E7F4-4F1D-1150-1BF5-12EEA28BC1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48146" y="3236253"/>
            <a:ext cx="2807208" cy="2807208"/>
          </a:xfrm>
          <a:prstGeom prst="rect">
            <a:avLst/>
          </a:prstGeom>
          <a:solidFill>
            <a:srgbClr val="F4F9FB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BE01ED-5028-9ECC-1DA1-BA223A03F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455354" y="426909"/>
            <a:ext cx="2807208" cy="2816352"/>
          </a:xfrm>
          <a:prstGeom prst="rect">
            <a:avLst/>
          </a:prstGeom>
          <a:solidFill>
            <a:srgbClr val="F4F9FB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DDA8D8-E739-044E-049B-55A13392FAB7}"/>
              </a:ext>
            </a:extLst>
          </p:cNvPr>
          <p:cNvSpPr/>
          <p:nvPr userDrawn="1"/>
        </p:nvSpPr>
        <p:spPr>
          <a:xfrm>
            <a:off x="633970" y="426909"/>
            <a:ext cx="5628592" cy="5616552"/>
          </a:xfrm>
          <a:prstGeom prst="rect">
            <a:avLst/>
          </a:prstGeom>
          <a:noFill/>
          <a:ln w="3175">
            <a:solidFill>
              <a:srgbClr val="0042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703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gram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1E8626-B4F1-38B5-0FCD-6E9B0990CC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5429D6-4706-116D-69D5-DB8ACA15E3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86524"/>
            <a:ext cx="12192000" cy="37147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C67571-4C09-45CC-AA9C-E109F375F77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86611" y="6562891"/>
            <a:ext cx="1008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</a:rPr>
              <a:t>© 2024 </a:t>
            </a:r>
            <a:r>
              <a:rPr lang="en-US" sz="800" err="1">
                <a:solidFill>
                  <a:schemeClr val="bg1"/>
                </a:solidFill>
              </a:rPr>
              <a:t>Neudesic</a:t>
            </a:r>
            <a:endParaRPr lang="en-US" sz="800">
              <a:solidFill>
                <a:schemeClr val="bg1"/>
              </a:solidFill>
            </a:endParaRPr>
          </a:p>
        </p:txBody>
      </p:sp>
      <p:pic>
        <p:nvPicPr>
          <p:cNvPr id="12" name="Picture 11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DCD2AC2-43FD-6CA2-EE05-F37BFF4308D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09375" y="6577030"/>
            <a:ext cx="798743" cy="18879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A7255-A2BE-073F-4ADC-0B3FC6C343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558" y="1177921"/>
            <a:ext cx="4182428" cy="50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lnSpc>
                <a:spcPts val="3975"/>
              </a:lnSpc>
              <a:defRPr sz="3750" spc="-1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Content Main Title</a:t>
            </a:r>
          </a:p>
        </p:txBody>
      </p:sp>
      <p:sp>
        <p:nvSpPr>
          <p:cNvPr id="4" name="Text Placeholder 26">
            <a:extLst>
              <a:ext uri="{FF2B5EF4-FFF2-40B4-BE49-F238E27FC236}">
                <a16:creationId xmlns:a16="http://schemas.microsoft.com/office/drawing/2014/main" id="{0EE24C32-48C9-99D8-CF73-8D08476B5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1558" y="1724589"/>
            <a:ext cx="4182428" cy="371475"/>
          </a:xfrm>
        </p:spPr>
        <p:txBody>
          <a:bodyPr>
            <a:noAutofit/>
          </a:bodyPr>
          <a:lstStyle>
            <a:lvl1pPr algn="r"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 dirty="0"/>
              <a:t>Sub-header goes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8876612-6F75-B63B-F6A5-0AD865D1893D}"/>
              </a:ext>
            </a:extLst>
          </p:cNvPr>
          <p:cNvSpPr/>
          <p:nvPr userDrawn="1"/>
        </p:nvSpPr>
        <p:spPr>
          <a:xfrm>
            <a:off x="3848568" y="1017121"/>
            <a:ext cx="4449084" cy="445228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icture Placeholder 25">
            <a:extLst>
              <a:ext uri="{FF2B5EF4-FFF2-40B4-BE49-F238E27FC236}">
                <a16:creationId xmlns:a16="http://schemas.microsoft.com/office/drawing/2014/main" id="{C1B281E1-5668-5A64-E735-F2ED7F2A1FE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4831998" y="2005773"/>
            <a:ext cx="2474977" cy="2474977"/>
          </a:xfrm>
          <a:prstGeom prst="ellipse">
            <a:avLst/>
          </a:prstGeom>
          <a:noFill/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C9210906-ADF2-F8F8-8904-97B9416F7C96}"/>
              </a:ext>
            </a:extLst>
          </p:cNvPr>
          <p:cNvSpPr>
            <a:spLocks noGrp="1" noChangeAspect="1"/>
          </p:cNvSpPr>
          <p:nvPr>
            <p:ph type="body" sz="quarter" idx="43" hasCustomPrompt="1"/>
          </p:nvPr>
        </p:nvSpPr>
        <p:spPr>
          <a:xfrm>
            <a:off x="3535806" y="2981780"/>
            <a:ext cx="587474" cy="583980"/>
          </a:xfrm>
          <a:prstGeom prst="ellipse">
            <a:avLst/>
          </a:prstGeom>
          <a:solidFill>
            <a:schemeClr val="accent1"/>
          </a:solidFill>
        </p:spPr>
        <p:txBody>
          <a:bodyPr tIns="73152" bIns="91440" anchor="ctr" anchorCtr="1">
            <a:noAutofit/>
          </a:bodyPr>
          <a:lstStyle>
            <a:lvl1pPr algn="r">
              <a:lnSpc>
                <a:spcPts val="2100"/>
              </a:lnSpc>
              <a:defRPr sz="1500" b="1" cap="all" baseline="0">
                <a:solidFill>
                  <a:schemeClr val="bg1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B276FAAA-941C-4A93-C2FC-6CDE3E7981A8}"/>
              </a:ext>
            </a:extLst>
          </p:cNvPr>
          <p:cNvSpPr>
            <a:spLocks noGrp="1" noChangeAspect="1"/>
          </p:cNvSpPr>
          <p:nvPr>
            <p:ph type="body" sz="quarter" idx="44" hasCustomPrompt="1"/>
          </p:nvPr>
        </p:nvSpPr>
        <p:spPr>
          <a:xfrm>
            <a:off x="4127135" y="4513958"/>
            <a:ext cx="587474" cy="583980"/>
          </a:xfrm>
          <a:prstGeom prst="ellipse">
            <a:avLst/>
          </a:prstGeom>
          <a:solidFill>
            <a:schemeClr val="accent1"/>
          </a:solidFill>
        </p:spPr>
        <p:txBody>
          <a:bodyPr tIns="73152" bIns="91440" anchor="ctr" anchorCtr="1">
            <a:noAutofit/>
          </a:bodyPr>
          <a:lstStyle>
            <a:lvl1pPr algn="r">
              <a:lnSpc>
                <a:spcPts val="2100"/>
              </a:lnSpc>
              <a:defRPr sz="1500" b="1" cap="all" baseline="0">
                <a:solidFill>
                  <a:schemeClr val="bg1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6037C5F7-91B9-CC71-63EF-E571618D594C}"/>
              </a:ext>
            </a:extLst>
          </p:cNvPr>
          <p:cNvSpPr>
            <a:spLocks noGrp="1" noChangeAspect="1"/>
          </p:cNvSpPr>
          <p:nvPr>
            <p:ph type="body" sz="quarter" idx="45" hasCustomPrompt="1"/>
          </p:nvPr>
        </p:nvSpPr>
        <p:spPr>
          <a:xfrm>
            <a:off x="7417687" y="1455226"/>
            <a:ext cx="587474" cy="583980"/>
          </a:xfrm>
          <a:prstGeom prst="ellipse">
            <a:avLst/>
          </a:prstGeom>
          <a:solidFill>
            <a:schemeClr val="accent1"/>
          </a:solidFill>
        </p:spPr>
        <p:txBody>
          <a:bodyPr tIns="73152" bIns="91440" anchor="ctr" anchorCtr="1">
            <a:noAutofit/>
          </a:bodyPr>
          <a:lstStyle>
            <a:lvl1pPr algn="r">
              <a:lnSpc>
                <a:spcPts val="2100"/>
              </a:lnSpc>
              <a:defRPr sz="1500" b="1" cap="all" baseline="0">
                <a:solidFill>
                  <a:schemeClr val="bg1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8A843073-CA42-9667-1E76-F461FC7BCD57}"/>
              </a:ext>
            </a:extLst>
          </p:cNvPr>
          <p:cNvSpPr>
            <a:spLocks noGrp="1" noChangeAspect="1"/>
          </p:cNvSpPr>
          <p:nvPr>
            <p:ph type="body" sz="quarter" idx="46" hasCustomPrompt="1"/>
          </p:nvPr>
        </p:nvSpPr>
        <p:spPr>
          <a:xfrm>
            <a:off x="7417687" y="4513958"/>
            <a:ext cx="587474" cy="583980"/>
          </a:xfrm>
          <a:prstGeom prst="ellipse">
            <a:avLst/>
          </a:prstGeom>
          <a:solidFill>
            <a:schemeClr val="accent1"/>
          </a:solidFill>
        </p:spPr>
        <p:txBody>
          <a:bodyPr tIns="73152" bIns="91440" anchor="ctr" anchorCtr="1">
            <a:noAutofit/>
          </a:bodyPr>
          <a:lstStyle>
            <a:lvl1pPr algn="r">
              <a:lnSpc>
                <a:spcPts val="2100"/>
              </a:lnSpc>
              <a:defRPr sz="1500" b="1" cap="all" baseline="0">
                <a:solidFill>
                  <a:schemeClr val="bg1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4E70BE3-7D25-243A-7F9E-E5480FF419A1}"/>
              </a:ext>
            </a:extLst>
          </p:cNvPr>
          <p:cNvSpPr>
            <a:spLocks noGrp="1" noChangeAspect="1"/>
          </p:cNvSpPr>
          <p:nvPr>
            <p:ph type="body" sz="quarter" idx="47" hasCustomPrompt="1"/>
          </p:nvPr>
        </p:nvSpPr>
        <p:spPr>
          <a:xfrm>
            <a:off x="7940381" y="2981780"/>
            <a:ext cx="587474" cy="583980"/>
          </a:xfrm>
          <a:prstGeom prst="ellipse">
            <a:avLst/>
          </a:prstGeom>
          <a:solidFill>
            <a:schemeClr val="accent1"/>
          </a:solidFill>
        </p:spPr>
        <p:txBody>
          <a:bodyPr tIns="73152" bIns="91440" anchor="ctr" anchorCtr="1">
            <a:noAutofit/>
          </a:bodyPr>
          <a:lstStyle>
            <a:lvl1pPr algn="r">
              <a:lnSpc>
                <a:spcPts val="2100"/>
              </a:lnSpc>
              <a:defRPr sz="1500" b="1" cap="all" baseline="0">
                <a:solidFill>
                  <a:schemeClr val="bg1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9C364052-D492-F8A2-D9D9-207143568DC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09409" y="2710507"/>
            <a:ext cx="2669653" cy="323457"/>
          </a:xfrm>
        </p:spPr>
        <p:txBody>
          <a:bodyPr>
            <a:noAutofit/>
          </a:bodyPr>
          <a:lstStyle>
            <a:lvl1pPr algn="r"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78DA64F8-7BF7-F179-F47C-D37E5CDBC29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9409" y="3057491"/>
            <a:ext cx="2669653" cy="724965"/>
          </a:xfrm>
        </p:spPr>
        <p:txBody>
          <a:bodyPr>
            <a:noAutofit/>
          </a:bodyPr>
          <a:lstStyle>
            <a:lvl1pPr algn="r"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A91569FF-AF06-0C5A-274B-9D85F7FBC1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295400" y="4236653"/>
            <a:ext cx="2669653" cy="323457"/>
          </a:xfrm>
        </p:spPr>
        <p:txBody>
          <a:bodyPr>
            <a:noAutofit/>
          </a:bodyPr>
          <a:lstStyle>
            <a:lvl1pPr algn="r"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251E5B0C-B52A-9A0A-6384-9B3C57620F6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295400" y="4583637"/>
            <a:ext cx="2669653" cy="724965"/>
          </a:xfrm>
        </p:spPr>
        <p:txBody>
          <a:bodyPr>
            <a:noAutofit/>
          </a:bodyPr>
          <a:lstStyle>
            <a:lvl1pPr algn="r"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DF22C64F-3530-E73A-7B9E-F6787E29CFA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43238" y="1177921"/>
            <a:ext cx="2669653" cy="323457"/>
          </a:xfrm>
        </p:spPr>
        <p:txBody>
          <a:bodyPr>
            <a:noAutofit/>
          </a:bodyPr>
          <a:lstStyle>
            <a:lvl1pPr algn="l"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D7BD0934-028E-89A8-6185-F74F6C6B90C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43238" y="1524905"/>
            <a:ext cx="2669653" cy="724965"/>
          </a:xfrm>
        </p:spPr>
        <p:txBody>
          <a:bodyPr>
            <a:noAutofit/>
          </a:bodyPr>
          <a:lstStyle>
            <a:lvl1pPr algn="l"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022D411E-01DC-B1B3-7A8D-A1AEB20AA63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43238" y="4236653"/>
            <a:ext cx="2669653" cy="323457"/>
          </a:xfrm>
        </p:spPr>
        <p:txBody>
          <a:bodyPr>
            <a:noAutofit/>
          </a:bodyPr>
          <a:lstStyle>
            <a:lvl1pPr algn="l"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029119B4-5476-C59E-06F4-8CB2B01A6BD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43238" y="4583637"/>
            <a:ext cx="2669653" cy="724965"/>
          </a:xfrm>
        </p:spPr>
        <p:txBody>
          <a:bodyPr>
            <a:noAutofit/>
          </a:bodyPr>
          <a:lstStyle>
            <a:lvl1pPr algn="l"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</a:t>
            </a: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0C003FAB-BAC1-A141-044D-146A7971FFE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81431" y="2710507"/>
            <a:ext cx="2669653" cy="323457"/>
          </a:xfrm>
        </p:spPr>
        <p:txBody>
          <a:bodyPr>
            <a:noAutofit/>
          </a:bodyPr>
          <a:lstStyle>
            <a:lvl1pPr algn="l">
              <a:lnSpc>
                <a:spcPts val="2100"/>
              </a:lnSpc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/>
              <a:t>Sub-header goes here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EED1B715-5039-8D5A-C5CD-AB9182493D1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81431" y="3057491"/>
            <a:ext cx="2669653" cy="724965"/>
          </a:xfrm>
        </p:spPr>
        <p:txBody>
          <a:bodyPr>
            <a:noAutofit/>
          </a:bodyPr>
          <a:lstStyle>
            <a:lvl1pPr algn="l">
              <a:lnSpc>
                <a:spcPts val="1550"/>
              </a:lnSpc>
              <a:defRPr sz="975" b="0" cap="none" baseline="0">
                <a:solidFill>
                  <a:schemeClr val="tx2"/>
                </a:solidFill>
              </a:defRPr>
            </a:lvl1pPr>
            <a:lvl2pPr>
              <a:lnSpc>
                <a:spcPts val="2175"/>
              </a:lnSpc>
              <a:defRPr sz="1500" b="1" cap="all" baseline="0"/>
            </a:lvl2pPr>
            <a:lvl3pPr>
              <a:lnSpc>
                <a:spcPts val="2175"/>
              </a:lnSpc>
              <a:defRPr sz="1500" b="1" cap="all" baseline="0"/>
            </a:lvl3pPr>
            <a:lvl4pPr>
              <a:lnSpc>
                <a:spcPts val="2175"/>
              </a:lnSpc>
              <a:defRPr sz="1500" b="1" cap="all" baseline="0"/>
            </a:lvl4pPr>
            <a:lvl5pPr>
              <a:lnSpc>
                <a:spcPts val="2175"/>
              </a:lnSpc>
              <a:defRPr sz="1500" b="1" cap="all" baseline="0"/>
            </a:lvl5pPr>
          </a:lstStyle>
          <a:p>
            <a:pPr lvl="0"/>
            <a:r>
              <a:rPr lang="en-US">
                <a:effectLst/>
              </a:rPr>
              <a:t>Lorem ipsum dolor sit </a:t>
            </a:r>
            <a:r>
              <a:rPr lang="en-US" err="1">
                <a:effectLst/>
              </a:rPr>
              <a:t>amet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consectetur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adipiscing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elit</a:t>
            </a:r>
            <a:r>
              <a:rPr lang="en-US">
                <a:effectLst/>
              </a:rPr>
              <a:t>. Sed do </a:t>
            </a:r>
            <a:r>
              <a:rPr lang="en-US" err="1">
                <a:effectLst/>
              </a:rPr>
              <a:t>eiusmod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tempor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incididunt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</a:t>
            </a:r>
            <a:r>
              <a:rPr lang="en-US">
                <a:effectLst/>
              </a:rPr>
              <a:t> labore et dolore magna </a:t>
            </a:r>
            <a:r>
              <a:rPr lang="en-US" err="1">
                <a:effectLst/>
              </a:rPr>
              <a:t>aliqua</a:t>
            </a:r>
            <a:r>
              <a:rPr lang="en-US">
                <a:effectLst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73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7A9512-9DBE-FDA7-1676-2EC35A06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2620E-45C9-6E61-430C-0DF358A28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0DFCE-32D4-69A7-B591-0058241D5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498BB-FA54-E14F-996D-0AE02D5F2F1E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92680-CE9F-A3B3-4E0D-6B0276F41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BC2D5-A28E-7806-89D0-C681233BD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80637-F3C9-1D40-AA32-F038509AB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8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5" r:id="rId14"/>
    <p:sldLayoutId id="2147483667" r:id="rId15"/>
    <p:sldLayoutId id="2147483668" r:id="rId16"/>
    <p:sldLayoutId id="2147483669" r:id="rId17"/>
    <p:sldLayoutId id="214748367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51ED17-4B64-FADA-C36B-FED9C838C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03" y="2965356"/>
            <a:ext cx="7087755" cy="1204912"/>
          </a:xfrm>
        </p:spPr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CoPilot </a:t>
            </a:r>
            <a:br>
              <a:rPr lang="en-US" dirty="0"/>
            </a:br>
            <a:r>
              <a:rPr lang="en-US" dirty="0"/>
              <a:t>Onboarding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1ECA2B-D298-8E36-F5B4-CFBF08E48A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612" y="2292256"/>
            <a:ext cx="5420333" cy="6731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 e l c o m e  t o  t h 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6CE246-FC15-0EEF-D076-47A6A7376D50}"/>
              </a:ext>
            </a:extLst>
          </p:cNvPr>
          <p:cNvSpPr txBox="1"/>
          <p:nvPr/>
        </p:nvSpPr>
        <p:spPr>
          <a:xfrm>
            <a:off x="1425146" y="6598508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r">
              <a:lnSpc>
                <a:spcPts val="2175"/>
              </a:lnSpc>
            </a:pPr>
            <a:endParaRPr lang="en-US" sz="1500" spc="0"/>
          </a:p>
        </p:txBody>
      </p:sp>
    </p:spTree>
    <p:extLst>
      <p:ext uri="{BB962C8B-B14F-4D97-AF65-F5344CB8AC3E}">
        <p14:creationId xmlns:p14="http://schemas.microsoft.com/office/powerpoint/2010/main" val="256038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69A033-90C2-A080-2DD4-B6F34EB1A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486523"/>
            <a:ext cx="2743200" cy="327027"/>
          </a:xfrm>
        </p:spPr>
        <p:txBody>
          <a:bodyPr/>
          <a:lstStyle/>
          <a:p>
            <a:fld id="{8F9FA050-416F-9147-B813-C4F89CA8C21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7B6EE-C420-6936-D041-B6D0FE4FCE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511" y="5104367"/>
            <a:ext cx="2667095" cy="3714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Meet your AI Programming assistant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91F55-0963-F22F-6B0B-C2EEF2A4F8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7569" y="4871475"/>
            <a:ext cx="2458439" cy="96872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An AI-powered code assistant built by GitHub </a:t>
            </a:r>
            <a:br>
              <a:rPr lang="en-US" sz="1400" dirty="0"/>
            </a:br>
            <a:r>
              <a:rPr lang="en-US" sz="1400" dirty="0"/>
              <a:t>and OpenAI</a:t>
            </a:r>
            <a:endParaRPr lang="en-US" sz="1400" dirty="0"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93EF5B-8C3C-BAFE-1ABE-9A2DF899B9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What is </a:t>
            </a:r>
            <a:br>
              <a:rPr lang="en-US" dirty="0"/>
            </a:br>
            <a:r>
              <a:rPr lang="en-US" dirty="0" err="1"/>
              <a:t>Github</a:t>
            </a:r>
            <a:r>
              <a:rPr lang="en-US" dirty="0"/>
              <a:t> CoPilot?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8166644-FF9B-0D22-95B9-C97E0BCD9B2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27569" y="4231481"/>
            <a:ext cx="731520" cy="56461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E1A8811-4EF4-5050-3197-4EC41DAA09A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9643" y="4231481"/>
            <a:ext cx="731520" cy="564610"/>
          </a:xfrm>
        </p:spPr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AF553CB-393E-D479-7708-FD39EFF16AB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490130" y="4231481"/>
            <a:ext cx="731520" cy="564610"/>
          </a:xfrm>
        </p:spPr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74B327C-999E-7972-1037-5301FA62379F}"/>
              </a:ext>
            </a:extLst>
          </p:cNvPr>
          <p:cNvSpPr txBox="1">
            <a:spLocks/>
          </p:cNvSpPr>
          <p:nvPr/>
        </p:nvSpPr>
        <p:spPr>
          <a:xfrm>
            <a:off x="6579054" y="4871475"/>
            <a:ext cx="2458439" cy="9687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55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75" b="0" kern="1200" cap="none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sz="1400" dirty="0"/>
              <a:t>Leverages OpenAI Codex to suggest code and context-aware solutions in real-time</a:t>
            </a:r>
            <a:endParaRPr lang="en-US" sz="1400" dirty="0"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endParaRPr lang="en-US" sz="1400" dirty="0">
              <a:cs typeface="Arial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4BDC9C9-03EF-943A-C187-B2AE16A7F4BF}"/>
              </a:ext>
            </a:extLst>
          </p:cNvPr>
          <p:cNvSpPr txBox="1">
            <a:spLocks/>
          </p:cNvSpPr>
          <p:nvPr/>
        </p:nvSpPr>
        <p:spPr>
          <a:xfrm>
            <a:off x="9490696" y="4871475"/>
            <a:ext cx="2458439" cy="9687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55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75" b="0" kern="1200" cap="none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kern="100" dirty="0">
                <a:ea typeface="Aptos" panose="020B0004020202020204" pitchFamily="34" charset="0"/>
                <a:cs typeface="Arial" panose="020B0604020202020204" pitchFamily="34" charset="0"/>
              </a:rPr>
              <a:t>Works seamlessly within popular IDEs (VS Code, Visual Studio, JetBrains, </a:t>
            </a:r>
            <a:r>
              <a:rPr lang="en-US" sz="1400" kern="100" dirty="0" err="1">
                <a:ea typeface="Aptos" panose="020B0004020202020204" pitchFamily="34" charset="0"/>
                <a:cs typeface="Arial" panose="020B0604020202020204" pitchFamily="34" charset="0"/>
              </a:rPr>
              <a:t>etc</a:t>
            </a:r>
            <a:r>
              <a:rPr lang="en-US" sz="1400" kern="100" dirty="0">
                <a:ea typeface="Aptos" panose="020B00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3235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ABBB716-832B-0B96-B417-BF23F95B7C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What’s in it for you?</a:t>
            </a:r>
          </a:p>
        </p:txBody>
      </p:sp>
      <p:sp>
        <p:nvSpPr>
          <p:cNvPr id="56" name="Title 55">
            <a:extLst>
              <a:ext uri="{FF2B5EF4-FFF2-40B4-BE49-F238E27FC236}">
                <a16:creationId xmlns:a16="http://schemas.microsoft.com/office/drawing/2014/main" id="{D8CBEE22-E959-665D-0692-12AFBAF0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</a:t>
            </a:r>
            <a:r>
              <a:rPr lang="en-US" dirty="0" err="1"/>
              <a:t>Github</a:t>
            </a:r>
            <a:r>
              <a:rPr lang="en-US" dirty="0"/>
              <a:t> CoPilot?</a:t>
            </a: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8FBE208D-7484-C0E2-13B8-EC8DFCF81902}"/>
              </a:ext>
            </a:extLst>
          </p:cNvPr>
          <p:cNvSpPr txBox="1">
            <a:spLocks/>
          </p:cNvSpPr>
          <p:nvPr/>
        </p:nvSpPr>
        <p:spPr>
          <a:xfrm>
            <a:off x="1242132" y="1943988"/>
            <a:ext cx="4188493" cy="371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/>
              <a:t>BOOST IN PRODUCTIVITY 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B7984138-4EAF-D290-E6E2-840388913EA6}"/>
              </a:ext>
            </a:extLst>
          </p:cNvPr>
          <p:cNvSpPr txBox="1">
            <a:spLocks/>
          </p:cNvSpPr>
          <p:nvPr/>
        </p:nvSpPr>
        <p:spPr>
          <a:xfrm>
            <a:off x="1242133" y="2305233"/>
            <a:ext cx="3904088" cy="950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200"/>
              <a:t>Automates boilerplate and repetitive tasks.</a:t>
            </a:r>
            <a:endParaRPr lang="en-US" sz="1200" dirty="0"/>
          </a:p>
        </p:txBody>
      </p:sp>
      <p:sp>
        <p:nvSpPr>
          <p:cNvPr id="84" name="Text Placeholder 5">
            <a:extLst>
              <a:ext uri="{FF2B5EF4-FFF2-40B4-BE49-F238E27FC236}">
                <a16:creationId xmlns:a16="http://schemas.microsoft.com/office/drawing/2014/main" id="{50164A34-3B31-EC89-3C6F-FA271D7C2672}"/>
              </a:ext>
            </a:extLst>
          </p:cNvPr>
          <p:cNvSpPr txBox="1">
            <a:spLocks/>
          </p:cNvSpPr>
          <p:nvPr/>
        </p:nvSpPr>
        <p:spPr>
          <a:xfrm>
            <a:off x="1242132" y="2960301"/>
            <a:ext cx="4188493" cy="371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175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cap="none" dirty="0">
                <a:solidFill>
                  <a:schemeClr val="tx1"/>
                </a:solidFill>
              </a:rPr>
              <a:t>INCREASED ENGAGEMENT WITH MORE MEANINGFUL WORK </a:t>
            </a:r>
          </a:p>
        </p:txBody>
      </p:sp>
      <p:sp>
        <p:nvSpPr>
          <p:cNvPr id="85" name="Text Placeholder 6">
            <a:extLst>
              <a:ext uri="{FF2B5EF4-FFF2-40B4-BE49-F238E27FC236}">
                <a16:creationId xmlns:a16="http://schemas.microsoft.com/office/drawing/2014/main" id="{7EECA108-B716-F205-F89C-BCF57480C90C}"/>
              </a:ext>
            </a:extLst>
          </p:cNvPr>
          <p:cNvSpPr txBox="1">
            <a:spLocks/>
          </p:cNvSpPr>
          <p:nvPr/>
        </p:nvSpPr>
        <p:spPr>
          <a:xfrm>
            <a:off x="1242133" y="3626271"/>
            <a:ext cx="3904088" cy="950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200" dirty="0"/>
              <a:t>less time on grunt work and more time on innovation, strategy, and real problem-solving.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249766A3-BD47-8870-9695-785A9E88F808}"/>
              </a:ext>
            </a:extLst>
          </p:cNvPr>
          <p:cNvSpPr txBox="1">
            <a:spLocks/>
          </p:cNvSpPr>
          <p:nvPr/>
        </p:nvSpPr>
        <p:spPr>
          <a:xfrm>
            <a:off x="1242132" y="4619131"/>
            <a:ext cx="4188493" cy="371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/>
              <a:t>SMART FEATURE SET </a:t>
            </a:r>
          </a:p>
        </p:txBody>
      </p:sp>
      <p:sp>
        <p:nvSpPr>
          <p:cNvPr id="87" name="Text Placeholder 8">
            <a:extLst>
              <a:ext uri="{FF2B5EF4-FFF2-40B4-BE49-F238E27FC236}">
                <a16:creationId xmlns:a16="http://schemas.microsoft.com/office/drawing/2014/main" id="{21187C8B-ECCC-4820-846C-28B91DB45DEB}"/>
              </a:ext>
            </a:extLst>
          </p:cNvPr>
          <p:cNvSpPr txBox="1">
            <a:spLocks/>
          </p:cNvSpPr>
          <p:nvPr/>
        </p:nvSpPr>
        <p:spPr>
          <a:xfrm>
            <a:off x="1242133" y="4980376"/>
            <a:ext cx="3904088" cy="950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200"/>
              <a:t>Includes intelligent code autocompletion, automatic documentation, unit test generation, pull request summaries, and CLI integration.</a:t>
            </a:r>
            <a:endParaRPr lang="en-US" sz="1200" dirty="0"/>
          </a:p>
        </p:txBody>
      </p:sp>
      <p:sp>
        <p:nvSpPr>
          <p:cNvPr id="88" name="Text Placeholder 9">
            <a:extLst>
              <a:ext uri="{FF2B5EF4-FFF2-40B4-BE49-F238E27FC236}">
                <a16:creationId xmlns:a16="http://schemas.microsoft.com/office/drawing/2014/main" id="{D845B35E-DBA0-33D6-14AB-173EE031CEA0}"/>
              </a:ext>
            </a:extLst>
          </p:cNvPr>
          <p:cNvSpPr txBox="1">
            <a:spLocks/>
          </p:cNvSpPr>
          <p:nvPr/>
        </p:nvSpPr>
        <p:spPr>
          <a:xfrm>
            <a:off x="7462412" y="1917819"/>
            <a:ext cx="4188493" cy="371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/>
              <a:t>LANGUAGE &amp; TOOL AGNOSTIC </a:t>
            </a:r>
          </a:p>
        </p:txBody>
      </p:sp>
      <p:sp>
        <p:nvSpPr>
          <p:cNvPr id="89" name="Text Placeholder 10">
            <a:extLst>
              <a:ext uri="{FF2B5EF4-FFF2-40B4-BE49-F238E27FC236}">
                <a16:creationId xmlns:a16="http://schemas.microsoft.com/office/drawing/2014/main" id="{B6A9E47F-8030-64D8-8406-BCF734D65A35}"/>
              </a:ext>
            </a:extLst>
          </p:cNvPr>
          <p:cNvSpPr txBox="1">
            <a:spLocks/>
          </p:cNvSpPr>
          <p:nvPr/>
        </p:nvSpPr>
        <p:spPr>
          <a:xfrm>
            <a:off x="7462413" y="2279064"/>
            <a:ext cx="3364081" cy="950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200" dirty="0"/>
              <a:t>Supports multiple programming languages </a:t>
            </a:r>
            <a:br>
              <a:rPr lang="en-US" sz="1200" dirty="0"/>
            </a:br>
            <a:r>
              <a:rPr lang="en-US" sz="1200" dirty="0"/>
              <a:t>and fits seamlessly into your IDE and command-line workflows.</a:t>
            </a:r>
          </a:p>
        </p:txBody>
      </p:sp>
      <p:sp>
        <p:nvSpPr>
          <p:cNvPr id="90" name="Text Placeholder 11">
            <a:extLst>
              <a:ext uri="{FF2B5EF4-FFF2-40B4-BE49-F238E27FC236}">
                <a16:creationId xmlns:a16="http://schemas.microsoft.com/office/drawing/2014/main" id="{BD905654-3779-2869-84ED-A7EFBB3F8A8D}"/>
              </a:ext>
            </a:extLst>
          </p:cNvPr>
          <p:cNvSpPr txBox="1">
            <a:spLocks/>
          </p:cNvSpPr>
          <p:nvPr/>
        </p:nvSpPr>
        <p:spPr>
          <a:xfrm>
            <a:off x="7462412" y="3529940"/>
            <a:ext cx="4188493" cy="371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/>
              <a:t>BUILT FOR LEARNING &amp; TEAMWORK </a:t>
            </a:r>
          </a:p>
        </p:txBody>
      </p:sp>
      <p:sp>
        <p:nvSpPr>
          <p:cNvPr id="91" name="Text Placeholder 12">
            <a:extLst>
              <a:ext uri="{FF2B5EF4-FFF2-40B4-BE49-F238E27FC236}">
                <a16:creationId xmlns:a16="http://schemas.microsoft.com/office/drawing/2014/main" id="{00E19F06-80A5-4D4F-0029-92AEB50FF65B}"/>
              </a:ext>
            </a:extLst>
          </p:cNvPr>
          <p:cNvSpPr txBox="1">
            <a:spLocks/>
          </p:cNvSpPr>
          <p:nvPr/>
        </p:nvSpPr>
        <p:spPr>
          <a:xfrm>
            <a:off x="7462413" y="3891185"/>
            <a:ext cx="3668877" cy="950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200" dirty="0"/>
              <a:t>Accelerates onboarding for junior developers, encourages consistency across teams, and makes collaboration more efficient.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63890BD-D9E5-BB17-4ADE-A9A52373ED8D}"/>
              </a:ext>
            </a:extLst>
          </p:cNvPr>
          <p:cNvCxnSpPr/>
          <p:nvPr/>
        </p:nvCxnSpPr>
        <p:spPr>
          <a:xfrm>
            <a:off x="6096000" y="1789901"/>
            <a:ext cx="0" cy="4279037"/>
          </a:xfrm>
          <a:prstGeom prst="line">
            <a:avLst/>
          </a:prstGeom>
          <a:ln w="3175" cap="rnd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867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2EE840-7D7D-BA37-D6B5-F0ED7FA417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724400" y="6486523"/>
            <a:ext cx="2743200" cy="327027"/>
          </a:xfrm>
        </p:spPr>
        <p:txBody>
          <a:bodyPr/>
          <a:lstStyle/>
          <a:p>
            <a:fld id="{8F9FA050-416F-9147-B813-C4F89CA8C21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54E130-AED8-2398-DFA8-8201EDFED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432" y="567171"/>
            <a:ext cx="6058661" cy="924868"/>
          </a:xfrm>
        </p:spPr>
        <p:txBody>
          <a:bodyPr/>
          <a:lstStyle/>
          <a:p>
            <a:pPr algn="l"/>
            <a:r>
              <a:rPr lang="en-US" dirty="0"/>
              <a:t>Core Features </a:t>
            </a:r>
            <a:br>
              <a:rPr lang="en-US" dirty="0"/>
            </a:br>
            <a:r>
              <a:rPr lang="en-US" dirty="0"/>
              <a:t>You’ll 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67EE1-82F2-7F24-8EAF-D4DAD44159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4713" y="1610771"/>
            <a:ext cx="3964435" cy="371475"/>
          </a:xfrm>
        </p:spPr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/>
              <a:t>Copilot Capabilities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/>
              <a:t>at a Glance</a:t>
            </a:r>
          </a:p>
        </p:txBody>
      </p:sp>
      <p:pic>
        <p:nvPicPr>
          <p:cNvPr id="29" name="Picture Placeholder 28" descr="Financial graph on light leak blurry background">
            <a:extLst>
              <a:ext uri="{FF2B5EF4-FFF2-40B4-BE49-F238E27FC236}">
                <a16:creationId xmlns:a16="http://schemas.microsoft.com/office/drawing/2014/main" id="{ADAF3C8C-F3CA-9AFD-3C19-0E6DD2D7ABFD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/>
          <a:srcRect l="16070" r="16070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9E6582-404C-E02D-4069-AA95789BF3D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650110" y="2981780"/>
            <a:ext cx="587474" cy="5839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01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7D3C45E-64C8-5340-33D9-0649DA3774E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41437" y="4513958"/>
            <a:ext cx="587474" cy="5839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02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A7B099-8DC7-CDB8-45B1-0C8C882D531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03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F6AB2A5-A4F4-7E10-25BA-8612F7738B4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05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17EAD22-2341-99EB-E7C0-62F5853247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04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79DE38F-9FF0-E709-5BDF-52A73BED5E6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23713" y="2876670"/>
            <a:ext cx="2669653" cy="3234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Code Autocompletion: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DB0C122-41F5-0DC1-1A27-5D65EEA7156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271592" y="3223654"/>
            <a:ext cx="2221774" cy="724965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Intelligent suggestions to finish lines of code efficiently.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6A0BE50-A6A6-5191-E913-00716286B953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23712" y="4364577"/>
            <a:ext cx="3255644" cy="3469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Testing Support: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D181430-FDC1-1D0F-F37D-8CE80D0AC47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814515" y="4711561"/>
            <a:ext cx="2264840" cy="724965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Helps generate unit tests and ensure code reliability.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071A9FB-999B-214B-29B6-BD23D1FBBF2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143238" y="1304414"/>
            <a:ext cx="3207846" cy="3234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Documentation Generation: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4746079-2AF4-5832-C7BC-09F4427E804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143238" y="1651398"/>
            <a:ext cx="2901000" cy="724965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Automatically creates clear and concise documentation based on your code.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568E55F-BB71-7898-4697-E95E03F3F69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143238" y="4364577"/>
            <a:ext cx="2669653" cy="3234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Pull Request Summaries: 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6880721-4A52-58C7-0E2F-CA718936B73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8143238" y="4711561"/>
            <a:ext cx="2669653" cy="724965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Simplifies PR reviews with auto-generated summaries.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A1D1699-9AD2-0B59-8F4A-B2BDF3EB3EA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681431" y="2871349"/>
            <a:ext cx="2669653" cy="3234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CLI Integration: 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9A3D450-CACE-E62E-F020-4BEC519B540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681431" y="3218333"/>
            <a:ext cx="2669653" cy="724965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Extends capabilities to the command line for seamless workflows.</a:t>
            </a:r>
          </a:p>
        </p:txBody>
      </p:sp>
    </p:spTree>
    <p:extLst>
      <p:ext uri="{BB962C8B-B14F-4D97-AF65-F5344CB8AC3E}">
        <p14:creationId xmlns:p14="http://schemas.microsoft.com/office/powerpoint/2010/main" val="252024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8B3DE7-7B19-B8D0-B1A4-F8A615AA2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Developer Pain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962CF-83B0-F935-AE83-CAB27E5E99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Copilot Helps You by…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DF25AB-C7C1-5234-3008-E009847DC0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Writing </a:t>
            </a:r>
            <a:br>
              <a:rPr lang="en-US" dirty="0"/>
            </a:br>
            <a:r>
              <a:rPr lang="en-US" dirty="0"/>
              <a:t>boilerplate code: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1B2E10-F4A0-A2CC-26CD-FA2629C051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/>
              <a:t>Reduces time </a:t>
            </a:r>
            <a:br>
              <a:rPr lang="en-US" sz="1400" dirty="0"/>
            </a:br>
            <a:r>
              <a:rPr lang="en-US" sz="1400" dirty="0"/>
              <a:t>spent on repetitive tasks.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</p:txBody>
      </p:sp>
      <p:pic>
        <p:nvPicPr>
          <p:cNvPr id="18" name="Picture Placeholder 17" descr="Document outline">
            <a:extLst>
              <a:ext uri="{FF2B5EF4-FFF2-40B4-BE49-F238E27FC236}">
                <a16:creationId xmlns:a16="http://schemas.microsoft.com/office/drawing/2014/main" id="{52A2329B-6F48-5377-0C35-DD6897642EAF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9812080" y="2242092"/>
            <a:ext cx="914400" cy="914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699630-4881-72FA-6A9D-0C107795258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Writing </a:t>
            </a:r>
            <a:br>
              <a:rPr lang="en-US" dirty="0"/>
            </a:br>
            <a:r>
              <a:rPr lang="en-US" dirty="0"/>
              <a:t>tests cases: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C05D69-57D5-4F75-D193-9E280CE4E0A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/>
              <a:t>Simplifies test creation, improving overall </a:t>
            </a:r>
            <a:br>
              <a:rPr lang="en-US" sz="1400" dirty="0"/>
            </a:br>
            <a:r>
              <a:rPr lang="en-US" sz="1400" dirty="0"/>
              <a:t>quality assurance. </a:t>
            </a:r>
          </a:p>
        </p:txBody>
      </p:sp>
      <p:pic>
        <p:nvPicPr>
          <p:cNvPr id="20" name="Picture Placeholder 19" descr="Open book outline">
            <a:extLst>
              <a:ext uri="{FF2B5EF4-FFF2-40B4-BE49-F238E27FC236}">
                <a16:creationId xmlns:a16="http://schemas.microsoft.com/office/drawing/2014/main" id="{C37167A5-2DEA-6B0A-DBED-7ADCD1A9EE95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010054" y="2242092"/>
            <a:ext cx="914400" cy="91440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6474301-05E7-48A3-9D1E-58904899D12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Enhances code clarity &amp; readability: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C434F81-8D56-AEB2-C011-B8CBD36C620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/>
              <a:t>Minimizes review cycles. </a:t>
            </a:r>
          </a:p>
        </p:txBody>
      </p:sp>
      <p:pic>
        <p:nvPicPr>
          <p:cNvPr id="22" name="Picture Placeholder 21" descr="Clipboard outline">
            <a:extLst>
              <a:ext uri="{FF2B5EF4-FFF2-40B4-BE49-F238E27FC236}">
                <a16:creationId xmlns:a16="http://schemas.microsoft.com/office/drawing/2014/main" id="{BEABB85F-6FA7-8320-FFDB-07D242456E77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4230624" y="2242092"/>
            <a:ext cx="914400" cy="914400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11ECD0-CECC-9C6C-9C89-20EB6037B1D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Release </a:t>
            </a:r>
            <a:br>
              <a:rPr lang="en-US" dirty="0"/>
            </a:br>
            <a:r>
              <a:rPr lang="en-US" dirty="0"/>
              <a:t>Notes: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C2E2750-1D44-2396-DCE9-C13436344C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/>
              <a:t>Automatically </a:t>
            </a:r>
            <a:br>
              <a:rPr lang="en-US" sz="1400" dirty="0"/>
            </a:br>
            <a:r>
              <a:rPr lang="en-US" sz="1400" dirty="0"/>
              <a:t>generated by copilot, saving hours of manual work. </a:t>
            </a:r>
          </a:p>
        </p:txBody>
      </p:sp>
      <p:pic>
        <p:nvPicPr>
          <p:cNvPr id="24" name="Picture Placeholder 23" descr="Programmer male outline">
            <a:extLst>
              <a:ext uri="{FF2B5EF4-FFF2-40B4-BE49-F238E27FC236}">
                <a16:creationId xmlns:a16="http://schemas.microsoft.com/office/drawing/2014/main" id="{54ABC724-0B5C-E69E-1831-CE208EA6805A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1428021" y="2242092"/>
            <a:ext cx="914400" cy="914400"/>
          </a:xfrm>
        </p:spPr>
      </p:pic>
    </p:spTree>
    <p:extLst>
      <p:ext uri="{BB962C8B-B14F-4D97-AF65-F5344CB8AC3E}">
        <p14:creationId xmlns:p14="http://schemas.microsoft.com/office/powerpoint/2010/main" val="744427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6E9671-74CC-5912-1DF4-C6AB64B1C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440" y="638019"/>
            <a:ext cx="4453631" cy="1032840"/>
          </a:xfrm>
        </p:spPr>
        <p:txBody>
          <a:bodyPr/>
          <a:lstStyle/>
          <a:p>
            <a:r>
              <a:rPr lang="en-US" dirty="0"/>
              <a:t>What to Expect in Upcoming Workshops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C0990-13AE-80A6-71EB-C71648827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16319" y="1857628"/>
            <a:ext cx="4453631" cy="3714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Upcoming workshops will explore…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D7D11A-AADC-ACC4-8312-40C7F5679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16319" y="2371726"/>
            <a:ext cx="3505377" cy="33658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 dirty="0"/>
              <a:t>A better understanding as to what Copilot is and how it can work for you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GitHub Copilot Cheat Sheet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Live demos in your IDE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Prompting best practices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Design patterns with Copilot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Role-specific use cases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Live Q&amp;A and feedback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3652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9F20E-F820-38BB-236A-C4D9C3AB4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0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365</Words>
  <Application>Microsoft Macintosh PowerPoint</Application>
  <PresentationFormat>Widescreen</PresentationFormat>
  <Paragraphs>59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Github CoPilot  Onboarding</vt:lpstr>
      <vt:lpstr>PowerPoint Presentation</vt:lpstr>
      <vt:lpstr>Why Use Github CoPilot?</vt:lpstr>
      <vt:lpstr>Core Features  You’ll Use</vt:lpstr>
      <vt:lpstr>Solving Developer Pain Points</vt:lpstr>
      <vt:lpstr>What to Expect in Upcoming Workshops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 Clark</dc:creator>
  <cp:lastModifiedBy>Morgan Clark</cp:lastModifiedBy>
  <cp:revision>1</cp:revision>
  <dcterms:created xsi:type="dcterms:W3CDTF">2025-06-05T22:06:13Z</dcterms:created>
  <dcterms:modified xsi:type="dcterms:W3CDTF">2025-06-06T22:58:49Z</dcterms:modified>
</cp:coreProperties>
</file>