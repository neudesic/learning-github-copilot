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779" r:id="rId4"/>
  </p:sldMasterIdLst>
  <p:notesMasterIdLst>
    <p:notesMasterId r:id="rId13"/>
  </p:notesMasterIdLst>
  <p:handoutMasterIdLst>
    <p:handoutMasterId r:id="rId14"/>
  </p:handoutMasterIdLst>
  <p:sldIdLst>
    <p:sldId id="299" r:id="rId5"/>
    <p:sldId id="699" r:id="rId6"/>
    <p:sldId id="2147481133" r:id="rId7"/>
    <p:sldId id="2147481135" r:id="rId8"/>
    <p:sldId id="706" r:id="rId9"/>
    <p:sldId id="2147481138" r:id="rId10"/>
    <p:sldId id="2147481139" r:id="rId11"/>
    <p:sldId id="2147481141" r:id="rId12"/>
  </p:sldIdLst>
  <p:sldSz cx="24387175" cy="13716000"/>
  <p:notesSz cx="6858000" cy="9144000"/>
  <p:embeddedFontLst>
    <p:embeddedFont>
      <p:font typeface="Poppins" panose="00000500000000000000" pitchFamily="2" charset="0"/>
      <p:regular r:id="rId15"/>
      <p:bold r:id="rId16"/>
      <p:italic r:id="rId17"/>
      <p:boldItalic r:id="rId18"/>
    </p:embeddedFont>
    <p:embeddedFont>
      <p:font typeface="Poppins SemiBold" panose="00000700000000000000" pitchFamily="2" charset="0"/>
      <p:regular r:id="rId19"/>
      <p:bold r:id="rId20"/>
      <p:italic r:id="rId21"/>
      <p:boldItalic r:id="rId2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7EF4A2C-A992-1F74-5853-085DA46F0739}" name="Kendra Fosdick" initials="KF" userId="S::kfosdick@sam-lab.com::60ac50ab-4fda-4b78-a5b1-a8d1c37c1273" providerId="AD"/>
  <p188:author id="{0F8CB341-9899-E04E-8041-7528E034AB61}" name="Ben Oppenheimer" initials="" userId="S::Ben.Oppenheimer@neudesic.com::7f2879d7-eec8-4f47-aa91-3d1ef3f6b8b8" providerId="AD"/>
  <p188:author id="{3E4E0D55-1A37-E0F7-6375-923FD2866C88}" name="Daniyal Hameed" initials="DH" userId="S::daniyal.hameed@neudesic.com::a626a7d9-efcb-487c-9875-8f4c8b792fe5" providerId="AD"/>
  <p188:author id="{DCCFED85-8047-1BD1-645E-D6059FCCE20E}" name="Brandon Rohrer" initials="BR" userId="S::Brandon.Rohrer@neudesic.com::2317a34f-ba29-42ae-ab6a-e705930c57c1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ris McKeown" initials="PM" lastIdx="45" clrIdx="0">
    <p:extLst>
      <p:ext uri="{19B8F6BF-5375-455C-9EA6-DF929625EA0E}">
        <p15:presenceInfo xmlns:p15="http://schemas.microsoft.com/office/powerpoint/2012/main" userId="S::pmckeown@sam-lab.com::8c1e445f-3683-45c3-a0d1-cab39366a92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B8D6E3"/>
    <a:srgbClr val="0F4259"/>
    <a:srgbClr val="4A96B8"/>
    <a:srgbClr val="29ABE3"/>
    <a:srgbClr val="1F333D"/>
    <a:srgbClr val="F76E38"/>
    <a:srgbClr val="F54A05"/>
    <a:srgbClr val="FFEBDB"/>
    <a:srgbClr val="1726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34" d="100"/>
          <a:sy n="34" d="100"/>
        </p:scale>
        <p:origin x="620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4.fntdata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font" Target="fonts/font7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3.fntdata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font" Target="fonts/font1.fntdata"/><Relationship Id="rId23" Type="http://schemas.openxmlformats.org/officeDocument/2006/relationships/commentAuthors" Target="commentAuthors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font" Target="fonts/font5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Relationship Id="rId22" Type="http://schemas.openxmlformats.org/officeDocument/2006/relationships/font" Target="fonts/font8.fntdata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andon Rohrer" userId="2317a34f-ba29-42ae-ab6a-e705930c57c1" providerId="ADAL" clId="{CD3CE2CC-AD32-42D4-80BF-319AC96992C9}"/>
    <pc:docChg chg="undo custSel addSld delSld modSld sldOrd delMainMaster">
      <pc:chgData name="Brandon Rohrer" userId="2317a34f-ba29-42ae-ab6a-e705930c57c1" providerId="ADAL" clId="{CD3CE2CC-AD32-42D4-80BF-319AC96992C9}" dt="2025-05-14T21:28:04.939" v="4666" actId="20577"/>
      <pc:docMkLst>
        <pc:docMk/>
      </pc:docMkLst>
      <pc:sldChg chg="del">
        <pc:chgData name="Brandon Rohrer" userId="2317a34f-ba29-42ae-ab6a-e705930c57c1" providerId="ADAL" clId="{CD3CE2CC-AD32-42D4-80BF-319AC96992C9}" dt="2025-05-14T18:37:44.575" v="0" actId="2696"/>
        <pc:sldMkLst>
          <pc:docMk/>
          <pc:sldMk cId="3609210488" sldId="260"/>
        </pc:sldMkLst>
      </pc:sldChg>
      <pc:sldChg chg="modSp mod">
        <pc:chgData name="Brandon Rohrer" userId="2317a34f-ba29-42ae-ab6a-e705930c57c1" providerId="ADAL" clId="{CD3CE2CC-AD32-42D4-80BF-319AC96992C9}" dt="2025-05-14T21:28:04.939" v="4666" actId="20577"/>
        <pc:sldMkLst>
          <pc:docMk/>
          <pc:sldMk cId="2607809278" sldId="299"/>
        </pc:sldMkLst>
        <pc:spChg chg="mod">
          <ac:chgData name="Brandon Rohrer" userId="2317a34f-ba29-42ae-ab6a-e705930c57c1" providerId="ADAL" clId="{CD3CE2CC-AD32-42D4-80BF-319AC96992C9}" dt="2025-05-14T21:28:04.939" v="4666" actId="20577"/>
          <ac:spMkLst>
            <pc:docMk/>
            <pc:sldMk cId="2607809278" sldId="299"/>
            <ac:spMk id="2" creationId="{D14BA1D3-CC4A-13D9-282A-9F9B8EA2FF73}"/>
          </ac:spMkLst>
        </pc:spChg>
      </pc:sldChg>
      <pc:sldChg chg="del">
        <pc:chgData name="Brandon Rohrer" userId="2317a34f-ba29-42ae-ab6a-e705930c57c1" providerId="ADAL" clId="{CD3CE2CC-AD32-42D4-80BF-319AC96992C9}" dt="2025-05-14T20:25:32.475" v="2449" actId="2696"/>
        <pc:sldMkLst>
          <pc:docMk/>
          <pc:sldMk cId="3211349187" sldId="636"/>
        </pc:sldMkLst>
      </pc:sldChg>
      <pc:sldChg chg="del">
        <pc:chgData name="Brandon Rohrer" userId="2317a34f-ba29-42ae-ab6a-e705930c57c1" providerId="ADAL" clId="{CD3CE2CC-AD32-42D4-80BF-319AC96992C9}" dt="2025-05-14T20:25:12.422" v="2445" actId="2696"/>
        <pc:sldMkLst>
          <pc:docMk/>
          <pc:sldMk cId="3045938034" sldId="689"/>
        </pc:sldMkLst>
      </pc:sldChg>
      <pc:sldChg chg="addSp delSp modSp mod">
        <pc:chgData name="Brandon Rohrer" userId="2317a34f-ba29-42ae-ab6a-e705930c57c1" providerId="ADAL" clId="{CD3CE2CC-AD32-42D4-80BF-319AC96992C9}" dt="2025-05-14T19:41:05.894" v="1795" actId="1076"/>
        <pc:sldMkLst>
          <pc:docMk/>
          <pc:sldMk cId="2433059324" sldId="699"/>
        </pc:sldMkLst>
        <pc:spChg chg="mod">
          <ac:chgData name="Brandon Rohrer" userId="2317a34f-ba29-42ae-ab6a-e705930c57c1" providerId="ADAL" clId="{CD3CE2CC-AD32-42D4-80BF-319AC96992C9}" dt="2025-05-14T18:42:19.640" v="29" actId="20577"/>
          <ac:spMkLst>
            <pc:docMk/>
            <pc:sldMk cId="2433059324" sldId="699"/>
            <ac:spMk id="2" creationId="{A39156A0-D8DF-4320-8D55-0BA24541FDCA}"/>
          </ac:spMkLst>
        </pc:spChg>
        <pc:spChg chg="add mod topLvl">
          <ac:chgData name="Brandon Rohrer" userId="2317a34f-ba29-42ae-ab6a-e705930c57c1" providerId="ADAL" clId="{CD3CE2CC-AD32-42D4-80BF-319AC96992C9}" dt="2025-05-14T19:37:48.158" v="1761" actId="164"/>
          <ac:spMkLst>
            <pc:docMk/>
            <pc:sldMk cId="2433059324" sldId="699"/>
            <ac:spMk id="4" creationId="{995846CC-5008-0386-60B0-1B299C4697FE}"/>
          </ac:spMkLst>
        </pc:spChg>
        <pc:spChg chg="mod">
          <ac:chgData name="Brandon Rohrer" userId="2317a34f-ba29-42ae-ab6a-e705930c57c1" providerId="ADAL" clId="{CD3CE2CC-AD32-42D4-80BF-319AC96992C9}" dt="2025-05-14T18:53:13.004" v="385" actId="1076"/>
          <ac:spMkLst>
            <pc:docMk/>
            <pc:sldMk cId="2433059324" sldId="699"/>
            <ac:spMk id="5" creationId="{7E2EF4ED-2D6C-2E4F-BCFA-B2215B3CF5EA}"/>
          </ac:spMkLst>
        </pc:spChg>
        <pc:spChg chg="add mod topLvl">
          <ac:chgData name="Brandon Rohrer" userId="2317a34f-ba29-42ae-ab6a-e705930c57c1" providerId="ADAL" clId="{CD3CE2CC-AD32-42D4-80BF-319AC96992C9}" dt="2025-05-14T19:37:54.059" v="1762" actId="164"/>
          <ac:spMkLst>
            <pc:docMk/>
            <pc:sldMk cId="2433059324" sldId="699"/>
            <ac:spMk id="25" creationId="{0AD10D34-7CA0-E726-7572-C768ABCBEDE3}"/>
          </ac:spMkLst>
        </pc:spChg>
        <pc:spChg chg="add mod topLvl">
          <ac:chgData name="Brandon Rohrer" userId="2317a34f-ba29-42ae-ab6a-e705930c57c1" providerId="ADAL" clId="{CD3CE2CC-AD32-42D4-80BF-319AC96992C9}" dt="2025-05-14T19:39:40.323" v="1787" actId="1036"/>
          <ac:spMkLst>
            <pc:docMk/>
            <pc:sldMk cId="2433059324" sldId="699"/>
            <ac:spMk id="26" creationId="{0DF1FBA8-CCB7-BF53-2113-01143AFCA66A}"/>
          </ac:spMkLst>
        </pc:spChg>
        <pc:spChg chg="add mod topLvl">
          <ac:chgData name="Brandon Rohrer" userId="2317a34f-ba29-42ae-ab6a-e705930c57c1" providerId="ADAL" clId="{CD3CE2CC-AD32-42D4-80BF-319AC96992C9}" dt="2025-05-14T19:39:46.136" v="1789" actId="1036"/>
          <ac:spMkLst>
            <pc:docMk/>
            <pc:sldMk cId="2433059324" sldId="699"/>
            <ac:spMk id="27" creationId="{74D9A795-F54A-0122-CB71-A5BFBDDB0396}"/>
          </ac:spMkLst>
        </pc:spChg>
        <pc:spChg chg="add mod topLvl">
          <ac:chgData name="Brandon Rohrer" userId="2317a34f-ba29-42ae-ab6a-e705930c57c1" providerId="ADAL" clId="{CD3CE2CC-AD32-42D4-80BF-319AC96992C9}" dt="2025-05-14T19:39:57.613" v="1790" actId="164"/>
          <ac:spMkLst>
            <pc:docMk/>
            <pc:sldMk cId="2433059324" sldId="699"/>
            <ac:spMk id="28" creationId="{30672826-FE6B-5B29-B42C-C6172FD27B62}"/>
          </ac:spMkLst>
        </pc:spChg>
        <pc:spChg chg="add mod topLvl">
          <ac:chgData name="Brandon Rohrer" userId="2317a34f-ba29-42ae-ab6a-e705930c57c1" providerId="ADAL" clId="{CD3CE2CC-AD32-42D4-80BF-319AC96992C9}" dt="2025-05-14T19:39:57.613" v="1790" actId="164"/>
          <ac:spMkLst>
            <pc:docMk/>
            <pc:sldMk cId="2433059324" sldId="699"/>
            <ac:spMk id="29" creationId="{9190D709-7891-26EC-5F02-A6C5F1D70454}"/>
          </ac:spMkLst>
        </pc:spChg>
        <pc:spChg chg="add mod topLvl">
          <ac:chgData name="Brandon Rohrer" userId="2317a34f-ba29-42ae-ab6a-e705930c57c1" providerId="ADAL" clId="{CD3CE2CC-AD32-42D4-80BF-319AC96992C9}" dt="2025-05-14T19:39:57.613" v="1790" actId="164"/>
          <ac:spMkLst>
            <pc:docMk/>
            <pc:sldMk cId="2433059324" sldId="699"/>
            <ac:spMk id="30" creationId="{D0846869-4BEC-AD32-AA5E-690175F9DC70}"/>
          </ac:spMkLst>
        </pc:spChg>
        <pc:spChg chg="add mod topLvl">
          <ac:chgData name="Brandon Rohrer" userId="2317a34f-ba29-42ae-ab6a-e705930c57c1" providerId="ADAL" clId="{CD3CE2CC-AD32-42D4-80BF-319AC96992C9}" dt="2025-05-14T19:38:12.607" v="1765" actId="164"/>
          <ac:spMkLst>
            <pc:docMk/>
            <pc:sldMk cId="2433059324" sldId="699"/>
            <ac:spMk id="34" creationId="{595D5EEF-86A8-039B-3999-52AAD08D5D5C}"/>
          </ac:spMkLst>
        </pc:spChg>
        <pc:spChg chg="mod topLvl">
          <ac:chgData name="Brandon Rohrer" userId="2317a34f-ba29-42ae-ab6a-e705930c57c1" providerId="ADAL" clId="{CD3CE2CC-AD32-42D4-80BF-319AC96992C9}" dt="2025-05-14T19:37:48.158" v="1761" actId="164"/>
          <ac:spMkLst>
            <pc:docMk/>
            <pc:sldMk cId="2433059324" sldId="699"/>
            <ac:spMk id="35" creationId="{40ECA7F6-633D-2C41-97E6-4A86285B5950}"/>
          </ac:spMkLst>
        </pc:spChg>
        <pc:spChg chg="mod topLvl">
          <ac:chgData name="Brandon Rohrer" userId="2317a34f-ba29-42ae-ab6a-e705930c57c1" providerId="ADAL" clId="{CD3CE2CC-AD32-42D4-80BF-319AC96992C9}" dt="2025-05-14T19:37:48.158" v="1761" actId="164"/>
          <ac:spMkLst>
            <pc:docMk/>
            <pc:sldMk cId="2433059324" sldId="699"/>
            <ac:spMk id="37" creationId="{5268EB24-A9CB-CC98-A322-09C6A2BE2C8E}"/>
          </ac:spMkLst>
        </pc:spChg>
        <pc:spChg chg="add mod topLvl">
          <ac:chgData name="Brandon Rohrer" userId="2317a34f-ba29-42ae-ab6a-e705930c57c1" providerId="ADAL" clId="{CD3CE2CC-AD32-42D4-80BF-319AC96992C9}" dt="2025-05-14T19:38:12.607" v="1765" actId="164"/>
          <ac:spMkLst>
            <pc:docMk/>
            <pc:sldMk cId="2433059324" sldId="699"/>
            <ac:spMk id="46" creationId="{DBCE07B1-6715-9327-C027-EEBD9FDC7AE6}"/>
          </ac:spMkLst>
        </pc:spChg>
        <pc:spChg chg="add mod topLvl">
          <ac:chgData name="Brandon Rohrer" userId="2317a34f-ba29-42ae-ab6a-e705930c57c1" providerId="ADAL" clId="{CD3CE2CC-AD32-42D4-80BF-319AC96992C9}" dt="2025-05-14T19:38:12.607" v="1765" actId="164"/>
          <ac:spMkLst>
            <pc:docMk/>
            <pc:sldMk cId="2433059324" sldId="699"/>
            <ac:spMk id="51" creationId="{A877AF54-4E4D-808D-5025-4E0BE6E10FC0}"/>
          </ac:spMkLst>
        </pc:spChg>
        <pc:spChg chg="add mod">
          <ac:chgData name="Brandon Rohrer" userId="2317a34f-ba29-42ae-ab6a-e705930c57c1" providerId="ADAL" clId="{CD3CE2CC-AD32-42D4-80BF-319AC96992C9}" dt="2025-05-14T19:40:48.640" v="1792" actId="164"/>
          <ac:spMkLst>
            <pc:docMk/>
            <pc:sldMk cId="2433059324" sldId="699"/>
            <ac:spMk id="57" creationId="{16431ED4-E8E8-1F71-25CB-F3CB1BB238FB}"/>
          </ac:spMkLst>
        </pc:spChg>
        <pc:spChg chg="add mod">
          <ac:chgData name="Brandon Rohrer" userId="2317a34f-ba29-42ae-ab6a-e705930c57c1" providerId="ADAL" clId="{CD3CE2CC-AD32-42D4-80BF-319AC96992C9}" dt="2025-05-14T19:40:48.640" v="1792" actId="164"/>
          <ac:spMkLst>
            <pc:docMk/>
            <pc:sldMk cId="2433059324" sldId="699"/>
            <ac:spMk id="58" creationId="{26992DA6-E9E4-E5EE-6D59-4A89A5DF2EB2}"/>
          </ac:spMkLst>
        </pc:spChg>
        <pc:spChg chg="add mod">
          <ac:chgData name="Brandon Rohrer" userId="2317a34f-ba29-42ae-ab6a-e705930c57c1" providerId="ADAL" clId="{CD3CE2CC-AD32-42D4-80BF-319AC96992C9}" dt="2025-05-14T19:30:10.052" v="1443" actId="20577"/>
          <ac:spMkLst>
            <pc:docMk/>
            <pc:sldMk cId="2433059324" sldId="699"/>
            <ac:spMk id="59" creationId="{9D6E5FDD-09EE-60A6-3AB4-5006494AAF05}"/>
          </ac:spMkLst>
        </pc:spChg>
        <pc:spChg chg="mod">
          <ac:chgData name="Brandon Rohrer" userId="2317a34f-ba29-42ae-ab6a-e705930c57c1" providerId="ADAL" clId="{CD3CE2CC-AD32-42D4-80BF-319AC96992C9}" dt="2025-05-14T19:26:37.181" v="1358"/>
          <ac:spMkLst>
            <pc:docMk/>
            <pc:sldMk cId="2433059324" sldId="699"/>
            <ac:spMk id="61" creationId="{7BC51860-C23A-2E55-1AE8-678A6E4ED013}"/>
          </ac:spMkLst>
        </pc:spChg>
        <pc:spChg chg="mod">
          <ac:chgData name="Brandon Rohrer" userId="2317a34f-ba29-42ae-ab6a-e705930c57c1" providerId="ADAL" clId="{CD3CE2CC-AD32-42D4-80BF-319AC96992C9}" dt="2025-05-14T19:26:37.181" v="1358"/>
          <ac:spMkLst>
            <pc:docMk/>
            <pc:sldMk cId="2433059324" sldId="699"/>
            <ac:spMk id="62" creationId="{D16C59A9-1B90-2984-10F0-FAFEC745364E}"/>
          </ac:spMkLst>
        </pc:spChg>
        <pc:spChg chg="mod">
          <ac:chgData name="Brandon Rohrer" userId="2317a34f-ba29-42ae-ab6a-e705930c57c1" providerId="ADAL" clId="{CD3CE2CC-AD32-42D4-80BF-319AC96992C9}" dt="2025-05-14T19:26:37.181" v="1358"/>
          <ac:spMkLst>
            <pc:docMk/>
            <pc:sldMk cId="2433059324" sldId="699"/>
            <ac:spMk id="63" creationId="{CA21EC81-CCC6-F097-C4BC-E04F21C11846}"/>
          </ac:spMkLst>
        </pc:spChg>
        <pc:spChg chg="add mod">
          <ac:chgData name="Brandon Rohrer" userId="2317a34f-ba29-42ae-ab6a-e705930c57c1" providerId="ADAL" clId="{CD3CE2CC-AD32-42D4-80BF-319AC96992C9}" dt="2025-05-14T19:41:01.196" v="1794" actId="164"/>
          <ac:spMkLst>
            <pc:docMk/>
            <pc:sldMk cId="2433059324" sldId="699"/>
            <ac:spMk id="66" creationId="{D208D73C-CA88-0BC1-7ABC-F718776FE941}"/>
          </ac:spMkLst>
        </pc:spChg>
        <pc:grpChg chg="add mod">
          <ac:chgData name="Brandon Rohrer" userId="2317a34f-ba29-42ae-ab6a-e705930c57c1" providerId="ADAL" clId="{CD3CE2CC-AD32-42D4-80BF-319AC96992C9}" dt="2025-05-14T19:28:18.279" v="1379" actId="164"/>
          <ac:grpSpMkLst>
            <pc:docMk/>
            <pc:sldMk cId="2433059324" sldId="699"/>
            <ac:grpSpMk id="60" creationId="{B5204776-FF3F-ED37-9B51-3BE7AC9ACB62}"/>
          </ac:grpSpMkLst>
        </pc:grpChg>
        <pc:grpChg chg="add mod">
          <ac:chgData name="Brandon Rohrer" userId="2317a34f-ba29-42ae-ab6a-e705930c57c1" providerId="ADAL" clId="{CD3CE2CC-AD32-42D4-80BF-319AC96992C9}" dt="2025-05-14T19:41:01.196" v="1794" actId="164"/>
          <ac:grpSpMkLst>
            <pc:docMk/>
            <pc:sldMk cId="2433059324" sldId="699"/>
            <ac:grpSpMk id="64" creationId="{CEA86930-2EB0-D65B-11F9-3C2926B961CF}"/>
          </ac:grpSpMkLst>
        </pc:grpChg>
        <pc:grpChg chg="add mod">
          <ac:chgData name="Brandon Rohrer" userId="2317a34f-ba29-42ae-ab6a-e705930c57c1" providerId="ADAL" clId="{CD3CE2CC-AD32-42D4-80BF-319AC96992C9}" dt="2025-05-14T19:40:22.960" v="1791" actId="1076"/>
          <ac:grpSpMkLst>
            <pc:docMk/>
            <pc:sldMk cId="2433059324" sldId="699"/>
            <ac:grpSpMk id="67" creationId="{8EB18A72-F677-FA2D-C239-393C7AED64BF}"/>
          </ac:grpSpMkLst>
        </pc:grpChg>
        <pc:grpChg chg="add mod">
          <ac:chgData name="Brandon Rohrer" userId="2317a34f-ba29-42ae-ab6a-e705930c57c1" providerId="ADAL" clId="{CD3CE2CC-AD32-42D4-80BF-319AC96992C9}" dt="2025-05-14T19:40:22.960" v="1791" actId="1076"/>
          <ac:grpSpMkLst>
            <pc:docMk/>
            <pc:sldMk cId="2433059324" sldId="699"/>
            <ac:grpSpMk id="68" creationId="{EFA218F8-B3F3-3BB6-8E0C-B615C0F91F18}"/>
          </ac:grpSpMkLst>
        </pc:grpChg>
        <pc:grpChg chg="add mod">
          <ac:chgData name="Brandon Rohrer" userId="2317a34f-ba29-42ae-ab6a-e705930c57c1" providerId="ADAL" clId="{CD3CE2CC-AD32-42D4-80BF-319AC96992C9}" dt="2025-05-14T19:40:22.960" v="1791" actId="1076"/>
          <ac:grpSpMkLst>
            <pc:docMk/>
            <pc:sldMk cId="2433059324" sldId="699"/>
            <ac:grpSpMk id="69" creationId="{18AA1644-E531-E194-ADE7-F61C54EB3FCD}"/>
          </ac:grpSpMkLst>
        </pc:grpChg>
        <pc:grpChg chg="add mod">
          <ac:chgData name="Brandon Rohrer" userId="2317a34f-ba29-42ae-ab6a-e705930c57c1" providerId="ADAL" clId="{CD3CE2CC-AD32-42D4-80BF-319AC96992C9}" dt="2025-05-14T19:40:22.960" v="1791" actId="1076"/>
          <ac:grpSpMkLst>
            <pc:docMk/>
            <pc:sldMk cId="2433059324" sldId="699"/>
            <ac:grpSpMk id="71" creationId="{CC2AC58F-B101-B0C1-3171-DBDE00D7809B}"/>
          </ac:grpSpMkLst>
        </pc:grpChg>
        <pc:grpChg chg="add mod">
          <ac:chgData name="Brandon Rohrer" userId="2317a34f-ba29-42ae-ab6a-e705930c57c1" providerId="ADAL" clId="{CD3CE2CC-AD32-42D4-80BF-319AC96992C9}" dt="2025-05-14T19:40:54.262" v="1793" actId="1076"/>
          <ac:grpSpMkLst>
            <pc:docMk/>
            <pc:sldMk cId="2433059324" sldId="699"/>
            <ac:grpSpMk id="72" creationId="{EEBE6D0A-42CC-0ABA-DED1-8F5187C6E7CC}"/>
          </ac:grpSpMkLst>
        </pc:grpChg>
        <pc:grpChg chg="add mod">
          <ac:chgData name="Brandon Rohrer" userId="2317a34f-ba29-42ae-ab6a-e705930c57c1" providerId="ADAL" clId="{CD3CE2CC-AD32-42D4-80BF-319AC96992C9}" dt="2025-05-14T19:41:05.894" v="1795" actId="1076"/>
          <ac:grpSpMkLst>
            <pc:docMk/>
            <pc:sldMk cId="2433059324" sldId="699"/>
            <ac:grpSpMk id="73" creationId="{91B8B7B1-A31E-E44E-6AA6-5171D45798DD}"/>
          </ac:grpSpMkLst>
        </pc:grpChg>
      </pc:sldChg>
      <pc:sldChg chg="modSp del mod">
        <pc:chgData name="Brandon Rohrer" userId="2317a34f-ba29-42ae-ab6a-e705930c57c1" providerId="ADAL" clId="{CD3CE2CC-AD32-42D4-80BF-319AC96992C9}" dt="2025-05-14T20:25:16.411" v="2446" actId="2696"/>
        <pc:sldMkLst>
          <pc:docMk/>
          <pc:sldMk cId="1473643882" sldId="700"/>
        </pc:sldMkLst>
      </pc:sldChg>
      <pc:sldChg chg="del">
        <pc:chgData name="Brandon Rohrer" userId="2317a34f-ba29-42ae-ab6a-e705930c57c1" providerId="ADAL" clId="{CD3CE2CC-AD32-42D4-80BF-319AC96992C9}" dt="2025-05-14T20:25:32.475" v="2449" actId="2696"/>
        <pc:sldMkLst>
          <pc:docMk/>
          <pc:sldMk cId="1654596043" sldId="704"/>
        </pc:sldMkLst>
      </pc:sldChg>
      <pc:sldChg chg="addSp delSp modSp add del mod ord">
        <pc:chgData name="Brandon Rohrer" userId="2317a34f-ba29-42ae-ab6a-e705930c57c1" providerId="ADAL" clId="{CD3CE2CC-AD32-42D4-80BF-319AC96992C9}" dt="2025-05-14T20:35:04.001" v="2734"/>
        <pc:sldMkLst>
          <pc:docMk/>
          <pc:sldMk cId="866710243" sldId="706"/>
        </pc:sldMkLst>
        <pc:spChg chg="add mod">
          <ac:chgData name="Brandon Rohrer" userId="2317a34f-ba29-42ae-ab6a-e705930c57c1" providerId="ADAL" clId="{CD3CE2CC-AD32-42D4-80BF-319AC96992C9}" dt="2025-05-14T19:48:32.271" v="1809" actId="6549"/>
          <ac:spMkLst>
            <pc:docMk/>
            <pc:sldMk cId="866710243" sldId="706"/>
            <ac:spMk id="13" creationId="{3F9F8022-57B4-4DB8-D76B-BC8002A42033}"/>
          </ac:spMkLst>
        </pc:spChg>
        <pc:spChg chg="add mod">
          <ac:chgData name="Brandon Rohrer" userId="2317a34f-ba29-42ae-ab6a-e705930c57c1" providerId="ADAL" clId="{CD3CE2CC-AD32-42D4-80BF-319AC96992C9}" dt="2025-05-14T19:48:40.119" v="1810"/>
          <ac:spMkLst>
            <pc:docMk/>
            <pc:sldMk cId="866710243" sldId="706"/>
            <ac:spMk id="15" creationId="{20DF05DD-E998-6F8C-D418-2DD39AA8CD39}"/>
          </ac:spMkLst>
        </pc:spChg>
        <pc:spChg chg="add mod">
          <ac:chgData name="Brandon Rohrer" userId="2317a34f-ba29-42ae-ab6a-e705930c57c1" providerId="ADAL" clId="{CD3CE2CC-AD32-42D4-80BF-319AC96992C9}" dt="2025-05-14T19:49:03.147" v="1812" actId="207"/>
          <ac:spMkLst>
            <pc:docMk/>
            <pc:sldMk cId="866710243" sldId="706"/>
            <ac:spMk id="18" creationId="{F61D23DA-6D1E-B821-0404-C4F8E78CA69C}"/>
          </ac:spMkLst>
        </pc:spChg>
        <pc:grpChg chg="add mod">
          <ac:chgData name="Brandon Rohrer" userId="2317a34f-ba29-42ae-ab6a-e705930c57c1" providerId="ADAL" clId="{CD3CE2CC-AD32-42D4-80BF-319AC96992C9}" dt="2025-05-14T19:50:19.627" v="1822" actId="1076"/>
          <ac:grpSpMkLst>
            <pc:docMk/>
            <pc:sldMk cId="866710243" sldId="706"/>
            <ac:grpSpMk id="21" creationId="{77E65425-AE03-4768-A98F-C3CF3E143FB0}"/>
          </ac:grpSpMkLst>
        </pc:grpChg>
        <pc:picChg chg="mod">
          <ac:chgData name="Brandon Rohrer" userId="2317a34f-ba29-42ae-ab6a-e705930c57c1" providerId="ADAL" clId="{CD3CE2CC-AD32-42D4-80BF-319AC96992C9}" dt="2025-05-14T19:50:11.686" v="1821" actId="1440"/>
          <ac:picMkLst>
            <pc:docMk/>
            <pc:sldMk cId="866710243" sldId="706"/>
            <ac:picMk id="25" creationId="{183A0F3A-F25F-D0FE-4670-3404F6259EB5}"/>
          </ac:picMkLst>
        </pc:picChg>
        <pc:picChg chg="mod">
          <ac:chgData name="Brandon Rohrer" userId="2317a34f-ba29-42ae-ab6a-e705930c57c1" providerId="ADAL" clId="{CD3CE2CC-AD32-42D4-80BF-319AC96992C9}" dt="2025-05-14T19:50:11.686" v="1821" actId="1440"/>
          <ac:picMkLst>
            <pc:docMk/>
            <pc:sldMk cId="866710243" sldId="706"/>
            <ac:picMk id="26" creationId="{8854CFF6-EBF1-C3AD-77CF-6C843A15E10F}"/>
          </ac:picMkLst>
        </pc:picChg>
        <pc:picChg chg="mod">
          <ac:chgData name="Brandon Rohrer" userId="2317a34f-ba29-42ae-ab6a-e705930c57c1" providerId="ADAL" clId="{CD3CE2CC-AD32-42D4-80BF-319AC96992C9}" dt="2025-05-14T19:50:11.686" v="1821" actId="1440"/>
          <ac:picMkLst>
            <pc:docMk/>
            <pc:sldMk cId="866710243" sldId="706"/>
            <ac:picMk id="27" creationId="{094F4387-9D53-ACD3-B6FE-5916EE14284C}"/>
          </ac:picMkLst>
        </pc:picChg>
      </pc:sldChg>
      <pc:sldChg chg="del">
        <pc:chgData name="Brandon Rohrer" userId="2317a34f-ba29-42ae-ab6a-e705930c57c1" providerId="ADAL" clId="{CD3CE2CC-AD32-42D4-80BF-319AC96992C9}" dt="2025-05-14T20:25:21.909" v="2447" actId="2696"/>
        <pc:sldMkLst>
          <pc:docMk/>
          <pc:sldMk cId="1953838354" sldId="707"/>
        </pc:sldMkLst>
      </pc:sldChg>
      <pc:sldChg chg="del">
        <pc:chgData name="Brandon Rohrer" userId="2317a34f-ba29-42ae-ab6a-e705930c57c1" providerId="ADAL" clId="{CD3CE2CC-AD32-42D4-80BF-319AC96992C9}" dt="2025-05-14T20:25:25.269" v="2448" actId="2696"/>
        <pc:sldMkLst>
          <pc:docMk/>
          <pc:sldMk cId="1241010271" sldId="714"/>
        </pc:sldMkLst>
      </pc:sldChg>
      <pc:sldChg chg="del">
        <pc:chgData name="Brandon Rohrer" userId="2317a34f-ba29-42ae-ab6a-e705930c57c1" providerId="ADAL" clId="{CD3CE2CC-AD32-42D4-80BF-319AC96992C9}" dt="2025-05-14T20:25:32.475" v="2449" actId="2696"/>
        <pc:sldMkLst>
          <pc:docMk/>
          <pc:sldMk cId="754833584" sldId="2147481131"/>
        </pc:sldMkLst>
      </pc:sldChg>
      <pc:sldChg chg="del">
        <pc:chgData name="Brandon Rohrer" userId="2317a34f-ba29-42ae-ab6a-e705930c57c1" providerId="ADAL" clId="{CD3CE2CC-AD32-42D4-80BF-319AC96992C9}" dt="2025-05-14T20:25:32.475" v="2449" actId="2696"/>
        <pc:sldMkLst>
          <pc:docMk/>
          <pc:sldMk cId="775042762" sldId="2147481132"/>
        </pc:sldMkLst>
      </pc:sldChg>
      <pc:sldChg chg="addSp delSp modSp add mod ord">
        <pc:chgData name="Brandon Rohrer" userId="2317a34f-ba29-42ae-ab6a-e705930c57c1" providerId="ADAL" clId="{CD3CE2CC-AD32-42D4-80BF-319AC96992C9}" dt="2025-05-14T20:45:31.283" v="3171" actId="255"/>
        <pc:sldMkLst>
          <pc:docMk/>
          <pc:sldMk cId="315510271" sldId="2147481133"/>
        </pc:sldMkLst>
        <pc:spChg chg="add mod">
          <ac:chgData name="Brandon Rohrer" userId="2317a34f-ba29-42ae-ab6a-e705930c57c1" providerId="ADAL" clId="{CD3CE2CC-AD32-42D4-80BF-319AC96992C9}" dt="2025-05-14T20:17:48.962" v="2420" actId="1037"/>
          <ac:spMkLst>
            <pc:docMk/>
            <pc:sldMk cId="315510271" sldId="2147481133"/>
            <ac:spMk id="8" creationId="{AB86BC9E-1442-7CFF-F4C8-E3139793F75A}"/>
          </ac:spMkLst>
        </pc:spChg>
        <pc:spChg chg="add mod">
          <ac:chgData name="Brandon Rohrer" userId="2317a34f-ba29-42ae-ab6a-e705930c57c1" providerId="ADAL" clId="{CD3CE2CC-AD32-42D4-80BF-319AC96992C9}" dt="2025-05-14T20:45:31.283" v="3171" actId="255"/>
          <ac:spMkLst>
            <pc:docMk/>
            <pc:sldMk cId="315510271" sldId="2147481133"/>
            <ac:spMk id="9" creationId="{F3663671-3140-8F0A-8C3C-C7EA6E94C3E4}"/>
          </ac:spMkLst>
        </pc:spChg>
        <pc:spChg chg="add mod">
          <ac:chgData name="Brandon Rohrer" userId="2317a34f-ba29-42ae-ab6a-e705930c57c1" providerId="ADAL" clId="{CD3CE2CC-AD32-42D4-80BF-319AC96992C9}" dt="2025-05-14T20:16:20.625" v="2404" actId="1076"/>
          <ac:spMkLst>
            <pc:docMk/>
            <pc:sldMk cId="315510271" sldId="2147481133"/>
            <ac:spMk id="10" creationId="{AC9F5E56-FC20-5EE7-A0A9-C31A68FEFA6D}"/>
          </ac:spMkLst>
        </pc:spChg>
        <pc:spChg chg="add mod">
          <ac:chgData name="Brandon Rohrer" userId="2317a34f-ba29-42ae-ab6a-e705930c57c1" providerId="ADAL" clId="{CD3CE2CC-AD32-42D4-80BF-319AC96992C9}" dt="2025-05-14T20:16:26.909" v="2405" actId="1076"/>
          <ac:spMkLst>
            <pc:docMk/>
            <pc:sldMk cId="315510271" sldId="2147481133"/>
            <ac:spMk id="12" creationId="{BF3A3925-A3B1-EFAD-BC48-05777FB9EC92}"/>
          </ac:spMkLst>
        </pc:spChg>
        <pc:spChg chg="add mod">
          <ac:chgData name="Brandon Rohrer" userId="2317a34f-ba29-42ae-ab6a-e705930c57c1" providerId="ADAL" clId="{CD3CE2CC-AD32-42D4-80BF-319AC96992C9}" dt="2025-05-14T20:18:43.815" v="2432" actId="20577"/>
          <ac:spMkLst>
            <pc:docMk/>
            <pc:sldMk cId="315510271" sldId="2147481133"/>
            <ac:spMk id="13" creationId="{D2D4988B-AD22-21A1-AC7D-39723B815705}"/>
          </ac:spMkLst>
        </pc:spChg>
        <pc:spChg chg="add mod">
          <ac:chgData name="Brandon Rohrer" userId="2317a34f-ba29-42ae-ab6a-e705930c57c1" providerId="ADAL" clId="{CD3CE2CC-AD32-42D4-80BF-319AC96992C9}" dt="2025-05-14T20:18:46.886" v="2434" actId="20577"/>
          <ac:spMkLst>
            <pc:docMk/>
            <pc:sldMk cId="315510271" sldId="2147481133"/>
            <ac:spMk id="14" creationId="{0F3B85CA-6F4B-6483-3C93-78E56CA6C020}"/>
          </ac:spMkLst>
        </pc:spChg>
      </pc:sldChg>
      <pc:sldChg chg="addSp modSp add mod ord">
        <pc:chgData name="Brandon Rohrer" userId="2317a34f-ba29-42ae-ab6a-e705930c57c1" providerId="ADAL" clId="{CD3CE2CC-AD32-42D4-80BF-319AC96992C9}" dt="2025-05-14T20:24:37.926" v="2444"/>
        <pc:sldMkLst>
          <pc:docMk/>
          <pc:sldMk cId="3743842736" sldId="2147481134"/>
        </pc:sldMkLst>
      </pc:sldChg>
      <pc:sldChg chg="addSp delSp modSp add mod">
        <pc:chgData name="Brandon Rohrer" userId="2317a34f-ba29-42ae-ab6a-e705930c57c1" providerId="ADAL" clId="{CD3CE2CC-AD32-42D4-80BF-319AC96992C9}" dt="2025-05-14T20:45:24.595" v="3170" actId="1076"/>
        <pc:sldMkLst>
          <pc:docMk/>
          <pc:sldMk cId="654471097" sldId="2147481135"/>
        </pc:sldMkLst>
        <pc:spChg chg="add mod">
          <ac:chgData name="Brandon Rohrer" userId="2317a34f-ba29-42ae-ab6a-e705930c57c1" providerId="ADAL" clId="{CD3CE2CC-AD32-42D4-80BF-319AC96992C9}" dt="2025-05-14T20:42:24.151" v="3060" actId="1076"/>
          <ac:spMkLst>
            <pc:docMk/>
            <pc:sldMk cId="654471097" sldId="2147481135"/>
            <ac:spMk id="2" creationId="{2C22530C-2213-8CC7-B9F8-508B7AEE1031}"/>
          </ac:spMkLst>
        </pc:spChg>
        <pc:spChg chg="add mod">
          <ac:chgData name="Brandon Rohrer" userId="2317a34f-ba29-42ae-ab6a-e705930c57c1" providerId="ADAL" clId="{CD3CE2CC-AD32-42D4-80BF-319AC96992C9}" dt="2025-05-14T20:45:01.497" v="3169" actId="11"/>
          <ac:spMkLst>
            <pc:docMk/>
            <pc:sldMk cId="654471097" sldId="2147481135"/>
            <ac:spMk id="4" creationId="{604169F8-B6BE-1956-A876-D5970261CF76}"/>
          </ac:spMkLst>
        </pc:spChg>
        <pc:spChg chg="mod">
          <ac:chgData name="Brandon Rohrer" userId="2317a34f-ba29-42ae-ab6a-e705930c57c1" providerId="ADAL" clId="{CD3CE2CC-AD32-42D4-80BF-319AC96992C9}" dt="2025-05-14T20:29:22.274" v="2511" actId="20577"/>
          <ac:spMkLst>
            <pc:docMk/>
            <pc:sldMk cId="654471097" sldId="2147481135"/>
            <ac:spMk id="8" creationId="{D74F19C7-9E7A-1A83-5630-3204CD8E7BD4}"/>
          </ac:spMkLst>
        </pc:spChg>
        <pc:spChg chg="mod">
          <ac:chgData name="Brandon Rohrer" userId="2317a34f-ba29-42ae-ab6a-e705930c57c1" providerId="ADAL" clId="{CD3CE2CC-AD32-42D4-80BF-319AC96992C9}" dt="2025-05-14T20:45:24.595" v="3170" actId="1076"/>
          <ac:spMkLst>
            <pc:docMk/>
            <pc:sldMk cId="654471097" sldId="2147481135"/>
            <ac:spMk id="9" creationId="{4CBD48DB-0907-6DE2-4BEB-5A4974C4938B}"/>
          </ac:spMkLst>
        </pc:spChg>
        <pc:spChg chg="mod">
          <ac:chgData name="Brandon Rohrer" userId="2317a34f-ba29-42ae-ab6a-e705930c57c1" providerId="ADAL" clId="{CD3CE2CC-AD32-42D4-80BF-319AC96992C9}" dt="2025-05-14T20:42:02.297" v="3056" actId="1036"/>
          <ac:spMkLst>
            <pc:docMk/>
            <pc:sldMk cId="654471097" sldId="2147481135"/>
            <ac:spMk id="10" creationId="{1AA59617-5872-AF70-9319-80DB5088783C}"/>
          </ac:spMkLst>
        </pc:spChg>
        <pc:spChg chg="mod">
          <ac:chgData name="Brandon Rohrer" userId="2317a34f-ba29-42ae-ab6a-e705930c57c1" providerId="ADAL" clId="{CD3CE2CC-AD32-42D4-80BF-319AC96992C9}" dt="2025-05-14T20:42:07.465" v="3057" actId="1076"/>
          <ac:spMkLst>
            <pc:docMk/>
            <pc:sldMk cId="654471097" sldId="2147481135"/>
            <ac:spMk id="12" creationId="{A9AD6362-2D06-FE38-A7CF-DF4CEFBC5FA2}"/>
          </ac:spMkLst>
        </pc:spChg>
        <pc:spChg chg="mod">
          <ac:chgData name="Brandon Rohrer" userId="2317a34f-ba29-42ae-ab6a-e705930c57c1" providerId="ADAL" clId="{CD3CE2CC-AD32-42D4-80BF-319AC96992C9}" dt="2025-05-14T20:42:11.595" v="3058" actId="1076"/>
          <ac:spMkLst>
            <pc:docMk/>
            <pc:sldMk cId="654471097" sldId="2147481135"/>
            <ac:spMk id="13" creationId="{D64C8E9E-9E54-4B00-8C2B-945629BFEEA0}"/>
          </ac:spMkLst>
        </pc:spChg>
        <pc:spChg chg="mod">
          <ac:chgData name="Brandon Rohrer" userId="2317a34f-ba29-42ae-ab6a-e705930c57c1" providerId="ADAL" clId="{CD3CE2CC-AD32-42D4-80BF-319AC96992C9}" dt="2025-05-14T20:42:15.724" v="3059" actId="1076"/>
          <ac:spMkLst>
            <pc:docMk/>
            <pc:sldMk cId="654471097" sldId="2147481135"/>
            <ac:spMk id="14" creationId="{CD2813AE-D737-E3C0-C9D5-132F79CB1559}"/>
          </ac:spMkLst>
        </pc:spChg>
      </pc:sldChg>
      <pc:sldChg chg="modSp add del mod ord">
        <pc:chgData name="Brandon Rohrer" userId="2317a34f-ba29-42ae-ab6a-e705930c57c1" providerId="ADAL" clId="{CD3CE2CC-AD32-42D4-80BF-319AC96992C9}" dt="2025-05-14T21:19:03.182" v="4658" actId="2696"/>
        <pc:sldMkLst>
          <pc:docMk/>
          <pc:sldMk cId="3082853295" sldId="2147481136"/>
        </pc:sldMkLst>
      </pc:sldChg>
      <pc:sldChg chg="add ord">
        <pc:chgData name="Brandon Rohrer" userId="2317a34f-ba29-42ae-ab6a-e705930c57c1" providerId="ADAL" clId="{CD3CE2CC-AD32-42D4-80BF-319AC96992C9}" dt="2025-05-14T20:28:47.901" v="2476"/>
        <pc:sldMkLst>
          <pc:docMk/>
          <pc:sldMk cId="1216374477" sldId="2147481137"/>
        </pc:sldMkLst>
      </pc:sldChg>
      <pc:sldChg chg="addSp delSp modSp add mod">
        <pc:chgData name="Brandon Rohrer" userId="2317a34f-ba29-42ae-ab6a-e705930c57c1" providerId="ADAL" clId="{CD3CE2CC-AD32-42D4-80BF-319AC96992C9}" dt="2025-05-14T20:47:52.801" v="3202" actId="207"/>
        <pc:sldMkLst>
          <pc:docMk/>
          <pc:sldMk cId="471648777" sldId="2147481138"/>
        </pc:sldMkLst>
        <pc:spChg chg="add mod">
          <ac:chgData name="Brandon Rohrer" userId="2317a34f-ba29-42ae-ab6a-e705930c57c1" providerId="ADAL" clId="{CD3CE2CC-AD32-42D4-80BF-319AC96992C9}" dt="2025-05-14T20:47:52.801" v="3202" actId="207"/>
          <ac:spMkLst>
            <pc:docMk/>
            <pc:sldMk cId="471648777" sldId="2147481138"/>
            <ac:spMk id="4" creationId="{9C1446F2-B76A-558D-BE83-98D2EC827002}"/>
          </ac:spMkLst>
        </pc:spChg>
        <pc:spChg chg="mod">
          <ac:chgData name="Brandon Rohrer" userId="2317a34f-ba29-42ae-ab6a-e705930c57c1" providerId="ADAL" clId="{CD3CE2CC-AD32-42D4-80BF-319AC96992C9}" dt="2025-05-14T20:47:22.364" v="3197" actId="20577"/>
          <ac:spMkLst>
            <pc:docMk/>
            <pc:sldMk cId="471648777" sldId="2147481138"/>
            <ac:spMk id="13" creationId="{A29064DA-412E-ABDE-3A57-775EB1886425}"/>
          </ac:spMkLst>
        </pc:spChg>
        <pc:spChg chg="mod">
          <ac:chgData name="Brandon Rohrer" userId="2317a34f-ba29-42ae-ab6a-e705930c57c1" providerId="ADAL" clId="{CD3CE2CC-AD32-42D4-80BF-319AC96992C9}" dt="2025-05-14T20:47:32.379" v="3198"/>
          <ac:spMkLst>
            <pc:docMk/>
            <pc:sldMk cId="471648777" sldId="2147481138"/>
            <ac:spMk id="15" creationId="{A60C71EF-9825-02A7-7ED3-EBF5D30A2021}"/>
          </ac:spMkLst>
        </pc:spChg>
      </pc:sldChg>
      <pc:sldChg chg="modSp add mod ord">
        <pc:chgData name="Brandon Rohrer" userId="2317a34f-ba29-42ae-ab6a-e705930c57c1" providerId="ADAL" clId="{CD3CE2CC-AD32-42D4-80BF-319AC96992C9}" dt="2025-05-14T21:06:13.498" v="3830" actId="1076"/>
        <pc:sldMkLst>
          <pc:docMk/>
          <pc:sldMk cId="854956123" sldId="2147481139"/>
        </pc:sldMkLst>
        <pc:spChg chg="mod">
          <ac:chgData name="Brandon Rohrer" userId="2317a34f-ba29-42ae-ab6a-e705930c57c1" providerId="ADAL" clId="{CD3CE2CC-AD32-42D4-80BF-319AC96992C9}" dt="2025-05-14T21:05:24.195" v="3828" actId="12"/>
          <ac:spMkLst>
            <pc:docMk/>
            <pc:sldMk cId="854956123" sldId="2147481139"/>
            <ac:spMk id="2" creationId="{674A4249-B590-972A-170A-B09F0353DCE9}"/>
          </ac:spMkLst>
        </pc:spChg>
        <pc:spChg chg="mod">
          <ac:chgData name="Brandon Rohrer" userId="2317a34f-ba29-42ae-ab6a-e705930c57c1" providerId="ADAL" clId="{CD3CE2CC-AD32-42D4-80BF-319AC96992C9}" dt="2025-05-14T21:06:13.498" v="3830" actId="1076"/>
          <ac:spMkLst>
            <pc:docMk/>
            <pc:sldMk cId="854956123" sldId="2147481139"/>
            <ac:spMk id="4" creationId="{06559E0A-B399-CDA4-9455-CFC5E66B1FF4}"/>
          </ac:spMkLst>
        </pc:spChg>
        <pc:spChg chg="mod">
          <ac:chgData name="Brandon Rohrer" userId="2317a34f-ba29-42ae-ab6a-e705930c57c1" providerId="ADAL" clId="{CD3CE2CC-AD32-42D4-80BF-319AC96992C9}" dt="2025-05-14T20:49:50.896" v="3242" actId="20577"/>
          <ac:spMkLst>
            <pc:docMk/>
            <pc:sldMk cId="854956123" sldId="2147481139"/>
            <ac:spMk id="8" creationId="{D9574E34-4DFB-0662-AA94-3BDE6818EE1B}"/>
          </ac:spMkLst>
        </pc:spChg>
        <pc:spChg chg="mod">
          <ac:chgData name="Brandon Rohrer" userId="2317a34f-ba29-42ae-ab6a-e705930c57c1" providerId="ADAL" clId="{CD3CE2CC-AD32-42D4-80BF-319AC96992C9}" dt="2025-05-14T20:58:23.637" v="3335" actId="20577"/>
          <ac:spMkLst>
            <pc:docMk/>
            <pc:sldMk cId="854956123" sldId="2147481139"/>
            <ac:spMk id="10" creationId="{0AE7646A-8BE2-2609-F914-ECC6250D8617}"/>
          </ac:spMkLst>
        </pc:spChg>
        <pc:spChg chg="mod">
          <ac:chgData name="Brandon Rohrer" userId="2317a34f-ba29-42ae-ab6a-e705930c57c1" providerId="ADAL" clId="{CD3CE2CC-AD32-42D4-80BF-319AC96992C9}" dt="2025-05-14T21:03:28.053" v="3701" actId="1076"/>
          <ac:spMkLst>
            <pc:docMk/>
            <pc:sldMk cId="854956123" sldId="2147481139"/>
            <ac:spMk id="12" creationId="{7CC8A1BF-7930-9DD6-9C31-092572A04911}"/>
          </ac:spMkLst>
        </pc:spChg>
        <pc:spChg chg="mod">
          <ac:chgData name="Brandon Rohrer" userId="2317a34f-ba29-42ae-ab6a-e705930c57c1" providerId="ADAL" clId="{CD3CE2CC-AD32-42D4-80BF-319AC96992C9}" dt="2025-05-14T21:03:37.253" v="3702" actId="1076"/>
          <ac:spMkLst>
            <pc:docMk/>
            <pc:sldMk cId="854956123" sldId="2147481139"/>
            <ac:spMk id="13" creationId="{D4626AAC-F622-4703-7640-A1C21FA32FB4}"/>
          </ac:spMkLst>
        </pc:spChg>
        <pc:spChg chg="mod">
          <ac:chgData name="Brandon Rohrer" userId="2317a34f-ba29-42ae-ab6a-e705930c57c1" providerId="ADAL" clId="{CD3CE2CC-AD32-42D4-80BF-319AC96992C9}" dt="2025-05-14T21:03:48.243" v="3704" actId="1076"/>
          <ac:spMkLst>
            <pc:docMk/>
            <pc:sldMk cId="854956123" sldId="2147481139"/>
            <ac:spMk id="14" creationId="{ED56C02F-BCBD-6295-8D7A-88DCBBA9E00C}"/>
          </ac:spMkLst>
        </pc:spChg>
      </pc:sldChg>
      <pc:sldChg chg="add ord">
        <pc:chgData name="Brandon Rohrer" userId="2317a34f-ba29-42ae-ab6a-e705930c57c1" providerId="ADAL" clId="{CD3CE2CC-AD32-42D4-80BF-319AC96992C9}" dt="2025-05-14T21:07:36.525" v="3833"/>
        <pc:sldMkLst>
          <pc:docMk/>
          <pc:sldMk cId="642156909" sldId="2147481140"/>
        </pc:sldMkLst>
      </pc:sldChg>
      <pc:sldChg chg="modSp add mod ord">
        <pc:chgData name="Brandon Rohrer" userId="2317a34f-ba29-42ae-ab6a-e705930c57c1" providerId="ADAL" clId="{CD3CE2CC-AD32-42D4-80BF-319AC96992C9}" dt="2025-05-14T21:16:45.472" v="4657" actId="1076"/>
        <pc:sldMkLst>
          <pc:docMk/>
          <pc:sldMk cId="970166586" sldId="2147481141"/>
        </pc:sldMkLst>
        <pc:spChg chg="mod">
          <ac:chgData name="Brandon Rohrer" userId="2317a34f-ba29-42ae-ab6a-e705930c57c1" providerId="ADAL" clId="{CD3CE2CC-AD32-42D4-80BF-319AC96992C9}" dt="2025-05-14T21:16:39.711" v="4656" actId="1076"/>
          <ac:spMkLst>
            <pc:docMk/>
            <pc:sldMk cId="970166586" sldId="2147481141"/>
            <ac:spMk id="2" creationId="{BDF67723-CFAB-E582-D05B-AB1B69D5E029}"/>
          </ac:spMkLst>
        </pc:spChg>
        <pc:spChg chg="mod">
          <ac:chgData name="Brandon Rohrer" userId="2317a34f-ba29-42ae-ab6a-e705930c57c1" providerId="ADAL" clId="{CD3CE2CC-AD32-42D4-80BF-319AC96992C9}" dt="2025-05-14T21:16:45.472" v="4657" actId="1076"/>
          <ac:spMkLst>
            <pc:docMk/>
            <pc:sldMk cId="970166586" sldId="2147481141"/>
            <ac:spMk id="4" creationId="{EDB70C42-D8A3-2276-18BF-789663F73AAC}"/>
          </ac:spMkLst>
        </pc:spChg>
        <pc:spChg chg="mod">
          <ac:chgData name="Brandon Rohrer" userId="2317a34f-ba29-42ae-ab6a-e705930c57c1" providerId="ADAL" clId="{CD3CE2CC-AD32-42D4-80BF-319AC96992C9}" dt="2025-05-14T21:08:21.557" v="3872" actId="20577"/>
          <ac:spMkLst>
            <pc:docMk/>
            <pc:sldMk cId="970166586" sldId="2147481141"/>
            <ac:spMk id="8" creationId="{5BB24FE5-DF5D-5977-AFEA-B95F82964B33}"/>
          </ac:spMkLst>
        </pc:spChg>
        <pc:spChg chg="mod">
          <ac:chgData name="Brandon Rohrer" userId="2317a34f-ba29-42ae-ab6a-e705930c57c1" providerId="ADAL" clId="{CD3CE2CC-AD32-42D4-80BF-319AC96992C9}" dt="2025-05-14T21:16:14.968" v="4652" actId="1036"/>
          <ac:spMkLst>
            <pc:docMk/>
            <pc:sldMk cId="970166586" sldId="2147481141"/>
            <ac:spMk id="10" creationId="{A2B64390-F713-F426-033D-867CD8BF2A4F}"/>
          </ac:spMkLst>
        </pc:spChg>
        <pc:spChg chg="mod">
          <ac:chgData name="Brandon Rohrer" userId="2317a34f-ba29-42ae-ab6a-e705930c57c1" providerId="ADAL" clId="{CD3CE2CC-AD32-42D4-80BF-319AC96992C9}" dt="2025-05-14T21:16:20.300" v="4653" actId="1076"/>
          <ac:spMkLst>
            <pc:docMk/>
            <pc:sldMk cId="970166586" sldId="2147481141"/>
            <ac:spMk id="12" creationId="{D150E1F9-4C57-C311-9F08-8C9BDB293475}"/>
          </ac:spMkLst>
        </pc:spChg>
        <pc:spChg chg="mod">
          <ac:chgData name="Brandon Rohrer" userId="2317a34f-ba29-42ae-ab6a-e705930c57c1" providerId="ADAL" clId="{CD3CE2CC-AD32-42D4-80BF-319AC96992C9}" dt="2025-05-14T21:16:25.091" v="4654" actId="1076"/>
          <ac:spMkLst>
            <pc:docMk/>
            <pc:sldMk cId="970166586" sldId="2147481141"/>
            <ac:spMk id="13" creationId="{6EAA522C-083A-F7D9-117E-992BA2B0AE6C}"/>
          </ac:spMkLst>
        </pc:spChg>
        <pc:spChg chg="mod">
          <ac:chgData name="Brandon Rohrer" userId="2317a34f-ba29-42ae-ab6a-e705930c57c1" providerId="ADAL" clId="{CD3CE2CC-AD32-42D4-80BF-319AC96992C9}" dt="2025-05-14T21:16:31.923" v="4655" actId="1076"/>
          <ac:spMkLst>
            <pc:docMk/>
            <pc:sldMk cId="970166586" sldId="2147481141"/>
            <ac:spMk id="14" creationId="{28A33EC6-D05E-4741-D2A9-90E2F072FEFE}"/>
          </ac:spMkLst>
        </pc:spChg>
      </pc:sldChg>
      <pc:sldMasterChg chg="del delSldLayout">
        <pc:chgData name="Brandon Rohrer" userId="2317a34f-ba29-42ae-ab6a-e705930c57c1" providerId="ADAL" clId="{CD3CE2CC-AD32-42D4-80BF-319AC96992C9}" dt="2025-05-14T20:25:32.475" v="2449" actId="2696"/>
        <pc:sldMasterMkLst>
          <pc:docMk/>
          <pc:sldMasterMk cId="412435556" sldId="2147483803"/>
        </pc:sldMasterMkLst>
        <pc:sldLayoutChg chg="del">
          <pc:chgData name="Brandon Rohrer" userId="2317a34f-ba29-42ae-ab6a-e705930c57c1" providerId="ADAL" clId="{CD3CE2CC-AD32-42D4-80BF-319AC96992C9}" dt="2025-05-14T20:25:32.475" v="2449" actId="2696"/>
          <pc:sldLayoutMkLst>
            <pc:docMk/>
            <pc:sldMasterMk cId="412435556" sldId="2147483803"/>
            <pc:sldLayoutMk cId="3113548544" sldId="2147483804"/>
          </pc:sldLayoutMkLst>
        </pc:sldLayoutChg>
        <pc:sldLayoutChg chg="del">
          <pc:chgData name="Brandon Rohrer" userId="2317a34f-ba29-42ae-ab6a-e705930c57c1" providerId="ADAL" clId="{CD3CE2CC-AD32-42D4-80BF-319AC96992C9}" dt="2025-05-14T20:25:32.475" v="2449" actId="2696"/>
          <pc:sldLayoutMkLst>
            <pc:docMk/>
            <pc:sldMasterMk cId="412435556" sldId="2147483803"/>
            <pc:sldLayoutMk cId="3313804737" sldId="2147483805"/>
          </pc:sldLayoutMkLst>
        </pc:sldLayoutChg>
        <pc:sldLayoutChg chg="del">
          <pc:chgData name="Brandon Rohrer" userId="2317a34f-ba29-42ae-ab6a-e705930c57c1" providerId="ADAL" clId="{CD3CE2CC-AD32-42D4-80BF-319AC96992C9}" dt="2025-05-14T20:25:32.475" v="2449" actId="2696"/>
          <pc:sldLayoutMkLst>
            <pc:docMk/>
            <pc:sldMasterMk cId="412435556" sldId="2147483803"/>
            <pc:sldLayoutMk cId="345187049" sldId="2147483806"/>
          </pc:sldLayoutMkLst>
        </pc:sldLayoutChg>
        <pc:sldLayoutChg chg="del">
          <pc:chgData name="Brandon Rohrer" userId="2317a34f-ba29-42ae-ab6a-e705930c57c1" providerId="ADAL" clId="{CD3CE2CC-AD32-42D4-80BF-319AC96992C9}" dt="2025-05-14T20:25:32.475" v="2449" actId="2696"/>
          <pc:sldLayoutMkLst>
            <pc:docMk/>
            <pc:sldMasterMk cId="412435556" sldId="2147483803"/>
            <pc:sldLayoutMk cId="2373613423" sldId="2147483807"/>
          </pc:sldLayoutMkLst>
        </pc:sldLayoutChg>
        <pc:sldLayoutChg chg="del">
          <pc:chgData name="Brandon Rohrer" userId="2317a34f-ba29-42ae-ab6a-e705930c57c1" providerId="ADAL" clId="{CD3CE2CC-AD32-42D4-80BF-319AC96992C9}" dt="2025-05-14T20:25:32.475" v="2449" actId="2696"/>
          <pc:sldLayoutMkLst>
            <pc:docMk/>
            <pc:sldMasterMk cId="412435556" sldId="2147483803"/>
            <pc:sldLayoutMk cId="2262134506" sldId="2147483808"/>
          </pc:sldLayoutMkLst>
        </pc:sldLayoutChg>
        <pc:sldLayoutChg chg="del">
          <pc:chgData name="Brandon Rohrer" userId="2317a34f-ba29-42ae-ab6a-e705930c57c1" providerId="ADAL" clId="{CD3CE2CC-AD32-42D4-80BF-319AC96992C9}" dt="2025-05-14T20:25:32.475" v="2449" actId="2696"/>
          <pc:sldLayoutMkLst>
            <pc:docMk/>
            <pc:sldMasterMk cId="412435556" sldId="2147483803"/>
            <pc:sldLayoutMk cId="3966132467" sldId="2147483809"/>
          </pc:sldLayoutMkLst>
        </pc:sldLayoutChg>
        <pc:sldLayoutChg chg="del">
          <pc:chgData name="Brandon Rohrer" userId="2317a34f-ba29-42ae-ab6a-e705930c57c1" providerId="ADAL" clId="{CD3CE2CC-AD32-42D4-80BF-319AC96992C9}" dt="2025-05-14T20:25:32.475" v="2449" actId="2696"/>
          <pc:sldLayoutMkLst>
            <pc:docMk/>
            <pc:sldMasterMk cId="412435556" sldId="2147483803"/>
            <pc:sldLayoutMk cId="2880771363" sldId="2147483810"/>
          </pc:sldLayoutMkLst>
        </pc:sldLayoutChg>
        <pc:sldLayoutChg chg="del">
          <pc:chgData name="Brandon Rohrer" userId="2317a34f-ba29-42ae-ab6a-e705930c57c1" providerId="ADAL" clId="{CD3CE2CC-AD32-42D4-80BF-319AC96992C9}" dt="2025-05-14T20:25:32.475" v="2449" actId="2696"/>
          <pc:sldLayoutMkLst>
            <pc:docMk/>
            <pc:sldMasterMk cId="412435556" sldId="2147483803"/>
            <pc:sldLayoutMk cId="637497774" sldId="2147483811"/>
          </pc:sldLayoutMkLst>
        </pc:sldLayoutChg>
        <pc:sldLayoutChg chg="del">
          <pc:chgData name="Brandon Rohrer" userId="2317a34f-ba29-42ae-ab6a-e705930c57c1" providerId="ADAL" clId="{CD3CE2CC-AD32-42D4-80BF-319AC96992C9}" dt="2025-05-14T20:25:32.475" v="2449" actId="2696"/>
          <pc:sldLayoutMkLst>
            <pc:docMk/>
            <pc:sldMasterMk cId="412435556" sldId="2147483803"/>
            <pc:sldLayoutMk cId="4213079854" sldId="2147483812"/>
          </pc:sldLayoutMkLst>
        </pc:sldLayoutChg>
        <pc:sldLayoutChg chg="del">
          <pc:chgData name="Brandon Rohrer" userId="2317a34f-ba29-42ae-ab6a-e705930c57c1" providerId="ADAL" clId="{CD3CE2CC-AD32-42D4-80BF-319AC96992C9}" dt="2025-05-14T20:25:32.475" v="2449" actId="2696"/>
          <pc:sldLayoutMkLst>
            <pc:docMk/>
            <pc:sldMasterMk cId="412435556" sldId="2147483803"/>
            <pc:sldLayoutMk cId="2375550860" sldId="2147483813"/>
          </pc:sldLayoutMkLst>
        </pc:sldLayoutChg>
        <pc:sldLayoutChg chg="del">
          <pc:chgData name="Brandon Rohrer" userId="2317a34f-ba29-42ae-ab6a-e705930c57c1" providerId="ADAL" clId="{CD3CE2CC-AD32-42D4-80BF-319AC96992C9}" dt="2025-05-14T20:25:32.475" v="2449" actId="2696"/>
          <pc:sldLayoutMkLst>
            <pc:docMk/>
            <pc:sldMasterMk cId="412435556" sldId="2147483803"/>
            <pc:sldLayoutMk cId="3305912006" sldId="2147483814"/>
          </pc:sldLayoutMkLst>
        </pc:sldLayoutChg>
        <pc:sldLayoutChg chg="del">
          <pc:chgData name="Brandon Rohrer" userId="2317a34f-ba29-42ae-ab6a-e705930c57c1" providerId="ADAL" clId="{CD3CE2CC-AD32-42D4-80BF-319AC96992C9}" dt="2025-05-14T20:25:32.475" v="2449" actId="2696"/>
          <pc:sldLayoutMkLst>
            <pc:docMk/>
            <pc:sldMasterMk cId="412435556" sldId="2147483803"/>
            <pc:sldLayoutMk cId="72420146" sldId="2147483815"/>
          </pc:sldLayoutMkLst>
        </pc:sldLayoutChg>
        <pc:sldLayoutChg chg="del">
          <pc:chgData name="Brandon Rohrer" userId="2317a34f-ba29-42ae-ab6a-e705930c57c1" providerId="ADAL" clId="{CD3CE2CC-AD32-42D4-80BF-319AC96992C9}" dt="2025-05-14T20:25:32.475" v="2449" actId="2696"/>
          <pc:sldLayoutMkLst>
            <pc:docMk/>
            <pc:sldMasterMk cId="412435556" sldId="2147483803"/>
            <pc:sldLayoutMk cId="2384105894" sldId="2147483816"/>
          </pc:sldLayoutMkLst>
        </pc:sldLayoutChg>
        <pc:sldLayoutChg chg="del">
          <pc:chgData name="Brandon Rohrer" userId="2317a34f-ba29-42ae-ab6a-e705930c57c1" providerId="ADAL" clId="{CD3CE2CC-AD32-42D4-80BF-319AC96992C9}" dt="2025-05-14T20:25:32.475" v="2449" actId="2696"/>
          <pc:sldLayoutMkLst>
            <pc:docMk/>
            <pc:sldMasterMk cId="412435556" sldId="2147483803"/>
            <pc:sldLayoutMk cId="349056454" sldId="2147483817"/>
          </pc:sldLayoutMkLst>
        </pc:sldLayoutChg>
        <pc:sldLayoutChg chg="del">
          <pc:chgData name="Brandon Rohrer" userId="2317a34f-ba29-42ae-ab6a-e705930c57c1" providerId="ADAL" clId="{CD3CE2CC-AD32-42D4-80BF-319AC96992C9}" dt="2025-05-14T20:25:32.475" v="2449" actId="2696"/>
          <pc:sldLayoutMkLst>
            <pc:docMk/>
            <pc:sldMasterMk cId="412435556" sldId="2147483803"/>
            <pc:sldLayoutMk cId="1644021452" sldId="2147483818"/>
          </pc:sldLayoutMkLst>
        </pc:sldLayoutChg>
        <pc:sldLayoutChg chg="del">
          <pc:chgData name="Brandon Rohrer" userId="2317a34f-ba29-42ae-ab6a-e705930c57c1" providerId="ADAL" clId="{CD3CE2CC-AD32-42D4-80BF-319AC96992C9}" dt="2025-05-14T20:25:32.475" v="2449" actId="2696"/>
          <pc:sldLayoutMkLst>
            <pc:docMk/>
            <pc:sldMasterMk cId="412435556" sldId="2147483803"/>
            <pc:sldLayoutMk cId="1587429859" sldId="2147483819"/>
          </pc:sldLayoutMkLst>
        </pc:sldLayoutChg>
        <pc:sldLayoutChg chg="del">
          <pc:chgData name="Brandon Rohrer" userId="2317a34f-ba29-42ae-ab6a-e705930c57c1" providerId="ADAL" clId="{CD3CE2CC-AD32-42D4-80BF-319AC96992C9}" dt="2025-05-14T20:25:32.475" v="2449" actId="2696"/>
          <pc:sldLayoutMkLst>
            <pc:docMk/>
            <pc:sldMasterMk cId="412435556" sldId="2147483803"/>
            <pc:sldLayoutMk cId="4007961854" sldId="2147483820"/>
          </pc:sldLayoutMkLst>
        </pc:sldLayoutChg>
        <pc:sldLayoutChg chg="del">
          <pc:chgData name="Brandon Rohrer" userId="2317a34f-ba29-42ae-ab6a-e705930c57c1" providerId="ADAL" clId="{CD3CE2CC-AD32-42D4-80BF-319AC96992C9}" dt="2025-05-14T20:25:32.475" v="2449" actId="2696"/>
          <pc:sldLayoutMkLst>
            <pc:docMk/>
            <pc:sldMasterMk cId="412435556" sldId="2147483803"/>
            <pc:sldLayoutMk cId="90763354" sldId="2147483821"/>
          </pc:sldLayoutMkLst>
        </pc:sldLayoutChg>
        <pc:sldLayoutChg chg="del">
          <pc:chgData name="Brandon Rohrer" userId="2317a34f-ba29-42ae-ab6a-e705930c57c1" providerId="ADAL" clId="{CD3CE2CC-AD32-42D4-80BF-319AC96992C9}" dt="2025-05-14T20:25:32.475" v="2449" actId="2696"/>
          <pc:sldLayoutMkLst>
            <pc:docMk/>
            <pc:sldMasterMk cId="412435556" sldId="2147483803"/>
            <pc:sldLayoutMk cId="2845242128" sldId="2147483822"/>
          </pc:sldLayoutMkLst>
        </pc:sldLayoutChg>
        <pc:sldLayoutChg chg="del">
          <pc:chgData name="Brandon Rohrer" userId="2317a34f-ba29-42ae-ab6a-e705930c57c1" providerId="ADAL" clId="{CD3CE2CC-AD32-42D4-80BF-319AC96992C9}" dt="2025-05-14T20:25:32.475" v="2449" actId="2696"/>
          <pc:sldLayoutMkLst>
            <pc:docMk/>
            <pc:sldMasterMk cId="412435556" sldId="2147483803"/>
            <pc:sldLayoutMk cId="654493760" sldId="2147483823"/>
          </pc:sldLayoutMkLst>
        </pc:sldLayoutChg>
        <pc:sldLayoutChg chg="del">
          <pc:chgData name="Brandon Rohrer" userId="2317a34f-ba29-42ae-ab6a-e705930c57c1" providerId="ADAL" clId="{CD3CE2CC-AD32-42D4-80BF-319AC96992C9}" dt="2025-05-14T20:25:32.475" v="2449" actId="2696"/>
          <pc:sldLayoutMkLst>
            <pc:docMk/>
            <pc:sldMasterMk cId="412435556" sldId="2147483803"/>
            <pc:sldLayoutMk cId="2517326160" sldId="2147483824"/>
          </pc:sldLayoutMkLst>
        </pc:sldLayoutChg>
        <pc:sldLayoutChg chg="del">
          <pc:chgData name="Brandon Rohrer" userId="2317a34f-ba29-42ae-ab6a-e705930c57c1" providerId="ADAL" clId="{CD3CE2CC-AD32-42D4-80BF-319AC96992C9}" dt="2025-05-14T20:25:32.475" v="2449" actId="2696"/>
          <pc:sldLayoutMkLst>
            <pc:docMk/>
            <pc:sldMasterMk cId="412435556" sldId="2147483803"/>
            <pc:sldLayoutMk cId="3780923593" sldId="2147483825"/>
          </pc:sldLayoutMkLst>
        </pc:sldLayoutChg>
        <pc:sldLayoutChg chg="del">
          <pc:chgData name="Brandon Rohrer" userId="2317a34f-ba29-42ae-ab6a-e705930c57c1" providerId="ADAL" clId="{CD3CE2CC-AD32-42D4-80BF-319AC96992C9}" dt="2025-05-14T20:25:32.475" v="2449" actId="2696"/>
          <pc:sldLayoutMkLst>
            <pc:docMk/>
            <pc:sldMasterMk cId="412435556" sldId="2147483803"/>
            <pc:sldLayoutMk cId="2808200081" sldId="2147483826"/>
          </pc:sldLayoutMkLst>
        </pc:sldLayoutChg>
        <pc:sldLayoutChg chg="del">
          <pc:chgData name="Brandon Rohrer" userId="2317a34f-ba29-42ae-ab6a-e705930c57c1" providerId="ADAL" clId="{CD3CE2CC-AD32-42D4-80BF-319AC96992C9}" dt="2025-05-14T20:25:32.475" v="2449" actId="2696"/>
          <pc:sldLayoutMkLst>
            <pc:docMk/>
            <pc:sldMasterMk cId="412435556" sldId="2147483803"/>
            <pc:sldLayoutMk cId="928712532" sldId="2147483827"/>
          </pc:sldLayoutMkLst>
        </pc:sldLayoutChg>
        <pc:sldLayoutChg chg="del">
          <pc:chgData name="Brandon Rohrer" userId="2317a34f-ba29-42ae-ab6a-e705930c57c1" providerId="ADAL" clId="{CD3CE2CC-AD32-42D4-80BF-319AC96992C9}" dt="2025-05-14T20:25:32.475" v="2449" actId="2696"/>
          <pc:sldLayoutMkLst>
            <pc:docMk/>
            <pc:sldMasterMk cId="412435556" sldId="2147483803"/>
            <pc:sldLayoutMk cId="2263077221" sldId="2147483828"/>
          </pc:sldLayoutMkLst>
        </pc:sldLayoutChg>
        <pc:sldLayoutChg chg="del">
          <pc:chgData name="Brandon Rohrer" userId="2317a34f-ba29-42ae-ab6a-e705930c57c1" providerId="ADAL" clId="{CD3CE2CC-AD32-42D4-80BF-319AC96992C9}" dt="2025-05-14T20:25:32.475" v="2449" actId="2696"/>
          <pc:sldLayoutMkLst>
            <pc:docMk/>
            <pc:sldMasterMk cId="412435556" sldId="2147483803"/>
            <pc:sldLayoutMk cId="2944139100" sldId="2147483829"/>
          </pc:sldLayoutMkLst>
        </pc:sldLayoutChg>
      </pc:sldMasterChg>
    </pc:docChg>
  </pc:docChgLst>
  <pc:docChgLst>
    <pc:chgData name="Brandon Rohrer" userId="2317a34f-ba29-42ae-ab6a-e705930c57c1" providerId="ADAL" clId="{1614026A-2F64-4BAC-BDDE-041DBAF883DE}"/>
    <pc:docChg chg="delSld delMainMaster">
      <pc:chgData name="Brandon Rohrer" userId="2317a34f-ba29-42ae-ab6a-e705930c57c1" providerId="ADAL" clId="{1614026A-2F64-4BAC-BDDE-041DBAF883DE}" dt="2025-06-04T16:41:03.755" v="4" actId="47"/>
      <pc:docMkLst>
        <pc:docMk/>
      </pc:docMkLst>
      <pc:sldChg chg="del">
        <pc:chgData name="Brandon Rohrer" userId="2317a34f-ba29-42ae-ab6a-e705930c57c1" providerId="ADAL" clId="{1614026A-2F64-4BAC-BDDE-041DBAF883DE}" dt="2025-06-04T16:41:02.002" v="3" actId="47"/>
        <pc:sldMkLst>
          <pc:docMk/>
          <pc:sldMk cId="131192943" sldId="709"/>
        </pc:sldMkLst>
      </pc:sldChg>
      <pc:sldChg chg="del">
        <pc:chgData name="Brandon Rohrer" userId="2317a34f-ba29-42ae-ab6a-e705930c57c1" providerId="ADAL" clId="{1614026A-2F64-4BAC-BDDE-041DBAF883DE}" dt="2025-06-04T16:41:03.755" v="4" actId="47"/>
        <pc:sldMkLst>
          <pc:docMk/>
          <pc:sldMk cId="400643387" sldId="2147481128"/>
        </pc:sldMkLst>
      </pc:sldChg>
      <pc:sldChg chg="del">
        <pc:chgData name="Brandon Rohrer" userId="2317a34f-ba29-42ae-ab6a-e705930c57c1" providerId="ADAL" clId="{1614026A-2F64-4BAC-BDDE-041DBAF883DE}" dt="2025-06-04T16:40:44.815" v="0" actId="47"/>
        <pc:sldMkLst>
          <pc:docMk/>
          <pc:sldMk cId="3743842736" sldId="2147481134"/>
        </pc:sldMkLst>
      </pc:sldChg>
      <pc:sldChg chg="del">
        <pc:chgData name="Brandon Rohrer" userId="2317a34f-ba29-42ae-ab6a-e705930c57c1" providerId="ADAL" clId="{1614026A-2F64-4BAC-BDDE-041DBAF883DE}" dt="2025-06-04T16:40:54.167" v="1" actId="47"/>
        <pc:sldMkLst>
          <pc:docMk/>
          <pc:sldMk cId="1216374477" sldId="2147481137"/>
        </pc:sldMkLst>
      </pc:sldChg>
      <pc:sldChg chg="del">
        <pc:chgData name="Brandon Rohrer" userId="2317a34f-ba29-42ae-ab6a-e705930c57c1" providerId="ADAL" clId="{1614026A-2F64-4BAC-BDDE-041DBAF883DE}" dt="2025-06-04T16:40:57.823" v="2" actId="47"/>
        <pc:sldMkLst>
          <pc:docMk/>
          <pc:sldMk cId="642156909" sldId="2147481140"/>
        </pc:sldMkLst>
      </pc:sldChg>
      <pc:sldMasterChg chg="del delSldLayout">
        <pc:chgData name="Brandon Rohrer" userId="2317a34f-ba29-42ae-ab6a-e705930c57c1" providerId="ADAL" clId="{1614026A-2F64-4BAC-BDDE-041DBAF883DE}" dt="2025-06-04T16:41:03.755" v="4" actId="47"/>
        <pc:sldMasterMkLst>
          <pc:docMk/>
          <pc:sldMasterMk cId="2705326747" sldId="2147483830"/>
        </pc:sldMasterMkLst>
        <pc:sldLayoutChg chg="del">
          <pc:chgData name="Brandon Rohrer" userId="2317a34f-ba29-42ae-ab6a-e705930c57c1" providerId="ADAL" clId="{1614026A-2F64-4BAC-BDDE-041DBAF883DE}" dt="2025-06-04T16:41:03.755" v="4" actId="47"/>
          <pc:sldLayoutMkLst>
            <pc:docMk/>
            <pc:sldMasterMk cId="2705326747" sldId="2147483830"/>
            <pc:sldLayoutMk cId="4076926728" sldId="2147483831"/>
          </pc:sldLayoutMkLst>
        </pc:sldLayoutChg>
        <pc:sldLayoutChg chg="del">
          <pc:chgData name="Brandon Rohrer" userId="2317a34f-ba29-42ae-ab6a-e705930c57c1" providerId="ADAL" clId="{1614026A-2F64-4BAC-BDDE-041DBAF883DE}" dt="2025-06-04T16:41:03.755" v="4" actId="47"/>
          <pc:sldLayoutMkLst>
            <pc:docMk/>
            <pc:sldMasterMk cId="2705326747" sldId="2147483830"/>
            <pc:sldLayoutMk cId="1526942296" sldId="2147483832"/>
          </pc:sldLayoutMkLst>
        </pc:sldLayoutChg>
        <pc:sldLayoutChg chg="del">
          <pc:chgData name="Brandon Rohrer" userId="2317a34f-ba29-42ae-ab6a-e705930c57c1" providerId="ADAL" clId="{1614026A-2F64-4BAC-BDDE-041DBAF883DE}" dt="2025-06-04T16:41:03.755" v="4" actId="47"/>
          <pc:sldLayoutMkLst>
            <pc:docMk/>
            <pc:sldMasterMk cId="2705326747" sldId="2147483830"/>
            <pc:sldLayoutMk cId="3552578328" sldId="2147483833"/>
          </pc:sldLayoutMkLst>
        </pc:sldLayoutChg>
        <pc:sldLayoutChg chg="del">
          <pc:chgData name="Brandon Rohrer" userId="2317a34f-ba29-42ae-ab6a-e705930c57c1" providerId="ADAL" clId="{1614026A-2F64-4BAC-BDDE-041DBAF883DE}" dt="2025-06-04T16:41:03.755" v="4" actId="47"/>
          <pc:sldLayoutMkLst>
            <pc:docMk/>
            <pc:sldMasterMk cId="2705326747" sldId="2147483830"/>
            <pc:sldLayoutMk cId="3909993697" sldId="2147483834"/>
          </pc:sldLayoutMkLst>
        </pc:sldLayoutChg>
        <pc:sldLayoutChg chg="del">
          <pc:chgData name="Brandon Rohrer" userId="2317a34f-ba29-42ae-ab6a-e705930c57c1" providerId="ADAL" clId="{1614026A-2F64-4BAC-BDDE-041DBAF883DE}" dt="2025-06-04T16:41:03.755" v="4" actId="47"/>
          <pc:sldLayoutMkLst>
            <pc:docMk/>
            <pc:sldMasterMk cId="2705326747" sldId="2147483830"/>
            <pc:sldLayoutMk cId="607885310" sldId="2147483835"/>
          </pc:sldLayoutMkLst>
        </pc:sldLayoutChg>
        <pc:sldLayoutChg chg="del">
          <pc:chgData name="Brandon Rohrer" userId="2317a34f-ba29-42ae-ab6a-e705930c57c1" providerId="ADAL" clId="{1614026A-2F64-4BAC-BDDE-041DBAF883DE}" dt="2025-06-04T16:41:03.755" v="4" actId="47"/>
          <pc:sldLayoutMkLst>
            <pc:docMk/>
            <pc:sldMasterMk cId="2705326747" sldId="2147483830"/>
            <pc:sldLayoutMk cId="1245835011" sldId="2147483836"/>
          </pc:sldLayoutMkLst>
        </pc:sldLayoutChg>
        <pc:sldLayoutChg chg="del">
          <pc:chgData name="Brandon Rohrer" userId="2317a34f-ba29-42ae-ab6a-e705930c57c1" providerId="ADAL" clId="{1614026A-2F64-4BAC-BDDE-041DBAF883DE}" dt="2025-06-04T16:41:03.755" v="4" actId="47"/>
          <pc:sldLayoutMkLst>
            <pc:docMk/>
            <pc:sldMasterMk cId="2705326747" sldId="2147483830"/>
            <pc:sldLayoutMk cId="3357046112" sldId="2147483837"/>
          </pc:sldLayoutMkLst>
        </pc:sldLayoutChg>
        <pc:sldLayoutChg chg="del">
          <pc:chgData name="Brandon Rohrer" userId="2317a34f-ba29-42ae-ab6a-e705930c57c1" providerId="ADAL" clId="{1614026A-2F64-4BAC-BDDE-041DBAF883DE}" dt="2025-06-04T16:41:03.755" v="4" actId="47"/>
          <pc:sldLayoutMkLst>
            <pc:docMk/>
            <pc:sldMasterMk cId="2705326747" sldId="2147483830"/>
            <pc:sldLayoutMk cId="1350665247" sldId="2147483838"/>
          </pc:sldLayoutMkLst>
        </pc:sldLayoutChg>
        <pc:sldLayoutChg chg="del">
          <pc:chgData name="Brandon Rohrer" userId="2317a34f-ba29-42ae-ab6a-e705930c57c1" providerId="ADAL" clId="{1614026A-2F64-4BAC-BDDE-041DBAF883DE}" dt="2025-06-04T16:41:03.755" v="4" actId="47"/>
          <pc:sldLayoutMkLst>
            <pc:docMk/>
            <pc:sldMasterMk cId="2705326747" sldId="2147483830"/>
            <pc:sldLayoutMk cId="1018992848" sldId="2147483839"/>
          </pc:sldLayoutMkLst>
        </pc:sldLayoutChg>
        <pc:sldLayoutChg chg="del">
          <pc:chgData name="Brandon Rohrer" userId="2317a34f-ba29-42ae-ab6a-e705930c57c1" providerId="ADAL" clId="{1614026A-2F64-4BAC-BDDE-041DBAF883DE}" dt="2025-06-04T16:41:03.755" v="4" actId="47"/>
          <pc:sldLayoutMkLst>
            <pc:docMk/>
            <pc:sldMasterMk cId="2705326747" sldId="2147483830"/>
            <pc:sldLayoutMk cId="1164125520" sldId="2147483840"/>
          </pc:sldLayoutMkLst>
        </pc:sldLayoutChg>
        <pc:sldLayoutChg chg="del">
          <pc:chgData name="Brandon Rohrer" userId="2317a34f-ba29-42ae-ab6a-e705930c57c1" providerId="ADAL" clId="{1614026A-2F64-4BAC-BDDE-041DBAF883DE}" dt="2025-06-04T16:41:03.755" v="4" actId="47"/>
          <pc:sldLayoutMkLst>
            <pc:docMk/>
            <pc:sldMasterMk cId="2705326747" sldId="2147483830"/>
            <pc:sldLayoutMk cId="871764239" sldId="2147483841"/>
          </pc:sldLayoutMkLst>
        </pc:sldLayoutChg>
        <pc:sldLayoutChg chg="del">
          <pc:chgData name="Brandon Rohrer" userId="2317a34f-ba29-42ae-ab6a-e705930c57c1" providerId="ADAL" clId="{1614026A-2F64-4BAC-BDDE-041DBAF883DE}" dt="2025-06-04T16:41:03.755" v="4" actId="47"/>
          <pc:sldLayoutMkLst>
            <pc:docMk/>
            <pc:sldMasterMk cId="2705326747" sldId="2147483830"/>
            <pc:sldLayoutMk cId="3425590822" sldId="2147483842"/>
          </pc:sldLayoutMkLst>
        </pc:sldLayoutChg>
        <pc:sldLayoutChg chg="del">
          <pc:chgData name="Brandon Rohrer" userId="2317a34f-ba29-42ae-ab6a-e705930c57c1" providerId="ADAL" clId="{1614026A-2F64-4BAC-BDDE-041DBAF883DE}" dt="2025-06-04T16:41:03.755" v="4" actId="47"/>
          <pc:sldLayoutMkLst>
            <pc:docMk/>
            <pc:sldMasterMk cId="2705326747" sldId="2147483830"/>
            <pc:sldLayoutMk cId="3108102512" sldId="2147483843"/>
          </pc:sldLayoutMkLst>
        </pc:sldLayoutChg>
        <pc:sldLayoutChg chg="del">
          <pc:chgData name="Brandon Rohrer" userId="2317a34f-ba29-42ae-ab6a-e705930c57c1" providerId="ADAL" clId="{1614026A-2F64-4BAC-BDDE-041DBAF883DE}" dt="2025-06-04T16:41:03.755" v="4" actId="47"/>
          <pc:sldLayoutMkLst>
            <pc:docMk/>
            <pc:sldMasterMk cId="2705326747" sldId="2147483830"/>
            <pc:sldLayoutMk cId="2178872755" sldId="2147483844"/>
          </pc:sldLayoutMkLst>
        </pc:sldLayoutChg>
        <pc:sldLayoutChg chg="del">
          <pc:chgData name="Brandon Rohrer" userId="2317a34f-ba29-42ae-ab6a-e705930c57c1" providerId="ADAL" clId="{1614026A-2F64-4BAC-BDDE-041DBAF883DE}" dt="2025-06-04T16:41:03.755" v="4" actId="47"/>
          <pc:sldLayoutMkLst>
            <pc:docMk/>
            <pc:sldMasterMk cId="2705326747" sldId="2147483830"/>
            <pc:sldLayoutMk cId="2930017930" sldId="2147483845"/>
          </pc:sldLayoutMkLst>
        </pc:sldLayoutChg>
        <pc:sldLayoutChg chg="del">
          <pc:chgData name="Brandon Rohrer" userId="2317a34f-ba29-42ae-ab6a-e705930c57c1" providerId="ADAL" clId="{1614026A-2F64-4BAC-BDDE-041DBAF883DE}" dt="2025-06-04T16:41:03.755" v="4" actId="47"/>
          <pc:sldLayoutMkLst>
            <pc:docMk/>
            <pc:sldMasterMk cId="2705326747" sldId="2147483830"/>
            <pc:sldLayoutMk cId="736973637" sldId="2147483846"/>
          </pc:sldLayoutMkLst>
        </pc:sldLayoutChg>
        <pc:sldLayoutChg chg="del">
          <pc:chgData name="Brandon Rohrer" userId="2317a34f-ba29-42ae-ab6a-e705930c57c1" providerId="ADAL" clId="{1614026A-2F64-4BAC-BDDE-041DBAF883DE}" dt="2025-06-04T16:41:03.755" v="4" actId="47"/>
          <pc:sldLayoutMkLst>
            <pc:docMk/>
            <pc:sldMasterMk cId="2705326747" sldId="2147483830"/>
            <pc:sldLayoutMk cId="646029453" sldId="2147483847"/>
          </pc:sldLayoutMkLst>
        </pc:sldLayoutChg>
        <pc:sldLayoutChg chg="del">
          <pc:chgData name="Brandon Rohrer" userId="2317a34f-ba29-42ae-ab6a-e705930c57c1" providerId="ADAL" clId="{1614026A-2F64-4BAC-BDDE-041DBAF883DE}" dt="2025-06-04T16:41:03.755" v="4" actId="47"/>
          <pc:sldLayoutMkLst>
            <pc:docMk/>
            <pc:sldMasterMk cId="2705326747" sldId="2147483830"/>
            <pc:sldLayoutMk cId="3334338664" sldId="2147483848"/>
          </pc:sldLayoutMkLst>
        </pc:sldLayoutChg>
        <pc:sldLayoutChg chg="del">
          <pc:chgData name="Brandon Rohrer" userId="2317a34f-ba29-42ae-ab6a-e705930c57c1" providerId="ADAL" clId="{1614026A-2F64-4BAC-BDDE-041DBAF883DE}" dt="2025-06-04T16:41:03.755" v="4" actId="47"/>
          <pc:sldLayoutMkLst>
            <pc:docMk/>
            <pc:sldMasterMk cId="2705326747" sldId="2147483830"/>
            <pc:sldLayoutMk cId="1832919177" sldId="2147483849"/>
          </pc:sldLayoutMkLst>
        </pc:sldLayoutChg>
        <pc:sldLayoutChg chg="del">
          <pc:chgData name="Brandon Rohrer" userId="2317a34f-ba29-42ae-ab6a-e705930c57c1" providerId="ADAL" clId="{1614026A-2F64-4BAC-BDDE-041DBAF883DE}" dt="2025-06-04T16:41:03.755" v="4" actId="47"/>
          <pc:sldLayoutMkLst>
            <pc:docMk/>
            <pc:sldMasterMk cId="2705326747" sldId="2147483830"/>
            <pc:sldLayoutMk cId="1186017191" sldId="2147483850"/>
          </pc:sldLayoutMkLst>
        </pc:sldLayoutChg>
        <pc:sldLayoutChg chg="del">
          <pc:chgData name="Brandon Rohrer" userId="2317a34f-ba29-42ae-ab6a-e705930c57c1" providerId="ADAL" clId="{1614026A-2F64-4BAC-BDDE-041DBAF883DE}" dt="2025-06-04T16:41:03.755" v="4" actId="47"/>
          <pc:sldLayoutMkLst>
            <pc:docMk/>
            <pc:sldMasterMk cId="2705326747" sldId="2147483830"/>
            <pc:sldLayoutMk cId="2864325606" sldId="2147483851"/>
          </pc:sldLayoutMkLst>
        </pc:sldLayoutChg>
        <pc:sldLayoutChg chg="del">
          <pc:chgData name="Brandon Rohrer" userId="2317a34f-ba29-42ae-ab6a-e705930c57c1" providerId="ADAL" clId="{1614026A-2F64-4BAC-BDDE-041DBAF883DE}" dt="2025-06-04T16:41:03.755" v="4" actId="47"/>
          <pc:sldLayoutMkLst>
            <pc:docMk/>
            <pc:sldMasterMk cId="2705326747" sldId="2147483830"/>
            <pc:sldLayoutMk cId="72263238" sldId="2147483852"/>
          </pc:sldLayoutMkLst>
        </pc:sldLayoutChg>
        <pc:sldLayoutChg chg="del">
          <pc:chgData name="Brandon Rohrer" userId="2317a34f-ba29-42ae-ab6a-e705930c57c1" providerId="ADAL" clId="{1614026A-2F64-4BAC-BDDE-041DBAF883DE}" dt="2025-06-04T16:41:03.755" v="4" actId="47"/>
          <pc:sldLayoutMkLst>
            <pc:docMk/>
            <pc:sldMasterMk cId="2705326747" sldId="2147483830"/>
            <pc:sldLayoutMk cId="2629759787" sldId="2147483853"/>
          </pc:sldLayoutMkLst>
        </pc:sldLayoutChg>
        <pc:sldLayoutChg chg="del">
          <pc:chgData name="Brandon Rohrer" userId="2317a34f-ba29-42ae-ab6a-e705930c57c1" providerId="ADAL" clId="{1614026A-2F64-4BAC-BDDE-041DBAF883DE}" dt="2025-06-04T16:41:03.755" v="4" actId="47"/>
          <pc:sldLayoutMkLst>
            <pc:docMk/>
            <pc:sldMasterMk cId="2705326747" sldId="2147483830"/>
            <pc:sldLayoutMk cId="1281934721" sldId="2147483854"/>
          </pc:sldLayoutMkLst>
        </pc:sldLayoutChg>
        <pc:sldLayoutChg chg="del">
          <pc:chgData name="Brandon Rohrer" userId="2317a34f-ba29-42ae-ab6a-e705930c57c1" providerId="ADAL" clId="{1614026A-2F64-4BAC-BDDE-041DBAF883DE}" dt="2025-06-04T16:41:03.755" v="4" actId="47"/>
          <pc:sldLayoutMkLst>
            <pc:docMk/>
            <pc:sldMasterMk cId="2705326747" sldId="2147483830"/>
            <pc:sldLayoutMk cId="2465919775" sldId="2147483855"/>
          </pc:sldLayoutMkLst>
        </pc:sldLayoutChg>
        <pc:sldLayoutChg chg="del">
          <pc:chgData name="Brandon Rohrer" userId="2317a34f-ba29-42ae-ab6a-e705930c57c1" providerId="ADAL" clId="{1614026A-2F64-4BAC-BDDE-041DBAF883DE}" dt="2025-06-04T16:41:03.755" v="4" actId="47"/>
          <pc:sldLayoutMkLst>
            <pc:docMk/>
            <pc:sldMasterMk cId="2705326747" sldId="2147483830"/>
            <pc:sldLayoutMk cId="762818457" sldId="2147483856"/>
          </pc:sldLayoutMkLst>
        </pc:sldLayoutChg>
        <pc:sldLayoutChg chg="del">
          <pc:chgData name="Brandon Rohrer" userId="2317a34f-ba29-42ae-ab6a-e705930c57c1" providerId="ADAL" clId="{1614026A-2F64-4BAC-BDDE-041DBAF883DE}" dt="2025-06-04T16:41:03.755" v="4" actId="47"/>
          <pc:sldLayoutMkLst>
            <pc:docMk/>
            <pc:sldMasterMk cId="2705326747" sldId="2147483830"/>
            <pc:sldLayoutMk cId="2099812310" sldId="2147483857"/>
          </pc:sldLayoutMkLst>
        </pc:sldLayoutChg>
        <pc:sldLayoutChg chg="del">
          <pc:chgData name="Brandon Rohrer" userId="2317a34f-ba29-42ae-ab6a-e705930c57c1" providerId="ADAL" clId="{1614026A-2F64-4BAC-BDDE-041DBAF883DE}" dt="2025-06-04T16:41:03.755" v="4" actId="47"/>
          <pc:sldLayoutMkLst>
            <pc:docMk/>
            <pc:sldMasterMk cId="2705326747" sldId="2147483830"/>
            <pc:sldLayoutMk cId="3290101960" sldId="2147483858"/>
          </pc:sldLayoutMkLst>
        </pc:sldLayoutChg>
        <pc:sldLayoutChg chg="del">
          <pc:chgData name="Brandon Rohrer" userId="2317a34f-ba29-42ae-ab6a-e705930c57c1" providerId="ADAL" clId="{1614026A-2F64-4BAC-BDDE-041DBAF883DE}" dt="2025-06-04T16:41:03.755" v="4" actId="47"/>
          <pc:sldLayoutMkLst>
            <pc:docMk/>
            <pc:sldMasterMk cId="2705326747" sldId="2147483830"/>
            <pc:sldLayoutMk cId="2910237440" sldId="2147483859"/>
          </pc:sldLayoutMkLst>
        </pc:sldLayoutChg>
        <pc:sldLayoutChg chg="del">
          <pc:chgData name="Brandon Rohrer" userId="2317a34f-ba29-42ae-ab6a-e705930c57c1" providerId="ADAL" clId="{1614026A-2F64-4BAC-BDDE-041DBAF883DE}" dt="2025-06-04T16:41:03.755" v="4" actId="47"/>
          <pc:sldLayoutMkLst>
            <pc:docMk/>
            <pc:sldMasterMk cId="2705326747" sldId="2147483830"/>
            <pc:sldLayoutMk cId="3555737720" sldId="2147483860"/>
          </pc:sldLayoutMkLst>
        </pc:sldLayoutChg>
        <pc:sldLayoutChg chg="del">
          <pc:chgData name="Brandon Rohrer" userId="2317a34f-ba29-42ae-ab6a-e705930c57c1" providerId="ADAL" clId="{1614026A-2F64-4BAC-BDDE-041DBAF883DE}" dt="2025-06-04T16:41:03.755" v="4" actId="47"/>
          <pc:sldLayoutMkLst>
            <pc:docMk/>
            <pc:sldMasterMk cId="2705326747" sldId="2147483830"/>
            <pc:sldLayoutMk cId="2536273628" sldId="2147483861"/>
          </pc:sldLayoutMkLst>
        </pc:sldLayoutChg>
        <pc:sldLayoutChg chg="del">
          <pc:chgData name="Brandon Rohrer" userId="2317a34f-ba29-42ae-ab6a-e705930c57c1" providerId="ADAL" clId="{1614026A-2F64-4BAC-BDDE-041DBAF883DE}" dt="2025-06-04T16:41:03.755" v="4" actId="47"/>
          <pc:sldLayoutMkLst>
            <pc:docMk/>
            <pc:sldMasterMk cId="2705326747" sldId="2147483830"/>
            <pc:sldLayoutMk cId="2299374823" sldId="2147483862"/>
          </pc:sldLayoutMkLst>
        </pc:sldLayoutChg>
        <pc:sldLayoutChg chg="del">
          <pc:chgData name="Brandon Rohrer" userId="2317a34f-ba29-42ae-ab6a-e705930c57c1" providerId="ADAL" clId="{1614026A-2F64-4BAC-BDDE-041DBAF883DE}" dt="2025-06-04T16:41:03.755" v="4" actId="47"/>
          <pc:sldLayoutMkLst>
            <pc:docMk/>
            <pc:sldMasterMk cId="2705326747" sldId="2147483830"/>
            <pc:sldLayoutMk cId="3146603902" sldId="2147483863"/>
          </pc:sldLayoutMkLst>
        </pc:sldLayoutChg>
        <pc:sldLayoutChg chg="del">
          <pc:chgData name="Brandon Rohrer" userId="2317a34f-ba29-42ae-ab6a-e705930c57c1" providerId="ADAL" clId="{1614026A-2F64-4BAC-BDDE-041DBAF883DE}" dt="2025-06-04T16:41:03.755" v="4" actId="47"/>
          <pc:sldLayoutMkLst>
            <pc:docMk/>
            <pc:sldMasterMk cId="2705326747" sldId="2147483830"/>
            <pc:sldLayoutMk cId="4185928016" sldId="2147483864"/>
          </pc:sldLayoutMkLst>
        </pc:sldLayoutChg>
        <pc:sldLayoutChg chg="del">
          <pc:chgData name="Brandon Rohrer" userId="2317a34f-ba29-42ae-ab6a-e705930c57c1" providerId="ADAL" clId="{1614026A-2F64-4BAC-BDDE-041DBAF883DE}" dt="2025-06-04T16:41:03.755" v="4" actId="47"/>
          <pc:sldLayoutMkLst>
            <pc:docMk/>
            <pc:sldMasterMk cId="2705326747" sldId="2147483830"/>
            <pc:sldLayoutMk cId="1776836089" sldId="2147483865"/>
          </pc:sldLayoutMkLst>
        </pc:sldLayoutChg>
        <pc:sldLayoutChg chg="del">
          <pc:chgData name="Brandon Rohrer" userId="2317a34f-ba29-42ae-ab6a-e705930c57c1" providerId="ADAL" clId="{1614026A-2F64-4BAC-BDDE-041DBAF883DE}" dt="2025-06-04T16:41:03.755" v="4" actId="47"/>
          <pc:sldLayoutMkLst>
            <pc:docMk/>
            <pc:sldMasterMk cId="2705326747" sldId="2147483830"/>
            <pc:sldLayoutMk cId="3970128003" sldId="2147483866"/>
          </pc:sldLayoutMkLst>
        </pc:sldLayoutChg>
        <pc:sldLayoutChg chg="del">
          <pc:chgData name="Brandon Rohrer" userId="2317a34f-ba29-42ae-ab6a-e705930c57c1" providerId="ADAL" clId="{1614026A-2F64-4BAC-BDDE-041DBAF883DE}" dt="2025-06-04T16:41:03.755" v="4" actId="47"/>
          <pc:sldLayoutMkLst>
            <pc:docMk/>
            <pc:sldMasterMk cId="2705326747" sldId="2147483830"/>
            <pc:sldLayoutMk cId="2113287546" sldId="2147483867"/>
          </pc:sldLayoutMkLst>
        </pc:sldLayoutChg>
        <pc:sldLayoutChg chg="del">
          <pc:chgData name="Brandon Rohrer" userId="2317a34f-ba29-42ae-ab6a-e705930c57c1" providerId="ADAL" clId="{1614026A-2F64-4BAC-BDDE-041DBAF883DE}" dt="2025-06-04T16:41:03.755" v="4" actId="47"/>
          <pc:sldLayoutMkLst>
            <pc:docMk/>
            <pc:sldMasterMk cId="2705326747" sldId="2147483830"/>
            <pc:sldLayoutMk cId="1789234754" sldId="2147483868"/>
          </pc:sldLayoutMkLst>
        </pc:sldLayoutChg>
        <pc:sldLayoutChg chg="del">
          <pc:chgData name="Brandon Rohrer" userId="2317a34f-ba29-42ae-ab6a-e705930c57c1" providerId="ADAL" clId="{1614026A-2F64-4BAC-BDDE-041DBAF883DE}" dt="2025-06-04T16:41:03.755" v="4" actId="47"/>
          <pc:sldLayoutMkLst>
            <pc:docMk/>
            <pc:sldMasterMk cId="2705326747" sldId="2147483830"/>
            <pc:sldLayoutMk cId="3234086090" sldId="2147483869"/>
          </pc:sldLayoutMkLst>
        </pc:sldLayoutChg>
        <pc:sldLayoutChg chg="del">
          <pc:chgData name="Brandon Rohrer" userId="2317a34f-ba29-42ae-ab6a-e705930c57c1" providerId="ADAL" clId="{1614026A-2F64-4BAC-BDDE-041DBAF883DE}" dt="2025-06-04T16:41:03.755" v="4" actId="47"/>
          <pc:sldLayoutMkLst>
            <pc:docMk/>
            <pc:sldMasterMk cId="2705326747" sldId="2147483830"/>
            <pc:sldLayoutMk cId="488166468" sldId="2147483870"/>
          </pc:sldLayoutMkLst>
        </pc:sldLayoutChg>
        <pc:sldLayoutChg chg="del">
          <pc:chgData name="Brandon Rohrer" userId="2317a34f-ba29-42ae-ab6a-e705930c57c1" providerId="ADAL" clId="{1614026A-2F64-4BAC-BDDE-041DBAF883DE}" dt="2025-06-04T16:41:03.755" v="4" actId="47"/>
          <pc:sldLayoutMkLst>
            <pc:docMk/>
            <pc:sldMasterMk cId="2705326747" sldId="2147483830"/>
            <pc:sldLayoutMk cId="2614351365" sldId="2147483871"/>
          </pc:sldLayoutMkLst>
        </pc:sldLayoutChg>
        <pc:sldLayoutChg chg="del">
          <pc:chgData name="Brandon Rohrer" userId="2317a34f-ba29-42ae-ab6a-e705930c57c1" providerId="ADAL" clId="{1614026A-2F64-4BAC-BDDE-041DBAF883DE}" dt="2025-06-04T16:41:03.755" v="4" actId="47"/>
          <pc:sldLayoutMkLst>
            <pc:docMk/>
            <pc:sldMasterMk cId="2705326747" sldId="2147483830"/>
            <pc:sldLayoutMk cId="1549566101" sldId="2147483872"/>
          </pc:sldLayoutMkLst>
        </pc:sldLayoutChg>
        <pc:sldLayoutChg chg="del">
          <pc:chgData name="Brandon Rohrer" userId="2317a34f-ba29-42ae-ab6a-e705930c57c1" providerId="ADAL" clId="{1614026A-2F64-4BAC-BDDE-041DBAF883DE}" dt="2025-06-04T16:41:03.755" v="4" actId="47"/>
          <pc:sldLayoutMkLst>
            <pc:docMk/>
            <pc:sldMasterMk cId="2705326747" sldId="2147483830"/>
            <pc:sldLayoutMk cId="1420495717" sldId="2147483873"/>
          </pc:sldLayoutMkLst>
        </pc:sldLayoutChg>
        <pc:sldLayoutChg chg="del">
          <pc:chgData name="Brandon Rohrer" userId="2317a34f-ba29-42ae-ab6a-e705930c57c1" providerId="ADAL" clId="{1614026A-2F64-4BAC-BDDE-041DBAF883DE}" dt="2025-06-04T16:41:03.755" v="4" actId="47"/>
          <pc:sldLayoutMkLst>
            <pc:docMk/>
            <pc:sldMasterMk cId="2705326747" sldId="2147483830"/>
            <pc:sldLayoutMk cId="135245534" sldId="2147483874"/>
          </pc:sldLayoutMkLst>
        </pc:sldLayoutChg>
        <pc:sldLayoutChg chg="del">
          <pc:chgData name="Brandon Rohrer" userId="2317a34f-ba29-42ae-ab6a-e705930c57c1" providerId="ADAL" clId="{1614026A-2F64-4BAC-BDDE-041DBAF883DE}" dt="2025-06-04T16:41:03.755" v="4" actId="47"/>
          <pc:sldLayoutMkLst>
            <pc:docMk/>
            <pc:sldMasterMk cId="2705326747" sldId="2147483830"/>
            <pc:sldLayoutMk cId="3858667980" sldId="2147483875"/>
          </pc:sldLayoutMkLst>
        </pc:sldLayoutChg>
        <pc:sldLayoutChg chg="del">
          <pc:chgData name="Brandon Rohrer" userId="2317a34f-ba29-42ae-ab6a-e705930c57c1" providerId="ADAL" clId="{1614026A-2F64-4BAC-BDDE-041DBAF883DE}" dt="2025-06-04T16:41:03.755" v="4" actId="47"/>
          <pc:sldLayoutMkLst>
            <pc:docMk/>
            <pc:sldMasterMk cId="2705326747" sldId="2147483830"/>
            <pc:sldLayoutMk cId="1637998642" sldId="2147483876"/>
          </pc:sldLayoutMkLst>
        </pc:sldLayoutChg>
        <pc:sldLayoutChg chg="del">
          <pc:chgData name="Brandon Rohrer" userId="2317a34f-ba29-42ae-ab6a-e705930c57c1" providerId="ADAL" clId="{1614026A-2F64-4BAC-BDDE-041DBAF883DE}" dt="2025-06-04T16:41:03.755" v="4" actId="47"/>
          <pc:sldLayoutMkLst>
            <pc:docMk/>
            <pc:sldMasterMk cId="2705326747" sldId="2147483830"/>
            <pc:sldLayoutMk cId="878434190" sldId="2147483877"/>
          </pc:sldLayoutMkLst>
        </pc:sldLayoutChg>
        <pc:sldLayoutChg chg="del">
          <pc:chgData name="Brandon Rohrer" userId="2317a34f-ba29-42ae-ab6a-e705930c57c1" providerId="ADAL" clId="{1614026A-2F64-4BAC-BDDE-041DBAF883DE}" dt="2025-06-04T16:41:03.755" v="4" actId="47"/>
          <pc:sldLayoutMkLst>
            <pc:docMk/>
            <pc:sldMasterMk cId="2705326747" sldId="2147483830"/>
            <pc:sldLayoutMk cId="3129147198" sldId="2147483878"/>
          </pc:sldLayoutMkLst>
        </pc:sldLayoutChg>
        <pc:sldLayoutChg chg="del">
          <pc:chgData name="Brandon Rohrer" userId="2317a34f-ba29-42ae-ab6a-e705930c57c1" providerId="ADAL" clId="{1614026A-2F64-4BAC-BDDE-041DBAF883DE}" dt="2025-06-04T16:41:03.755" v="4" actId="47"/>
          <pc:sldLayoutMkLst>
            <pc:docMk/>
            <pc:sldMasterMk cId="2705326747" sldId="2147483830"/>
            <pc:sldLayoutMk cId="4173715476" sldId="2147483879"/>
          </pc:sldLayoutMkLst>
        </pc:sldLayoutChg>
        <pc:sldLayoutChg chg="del">
          <pc:chgData name="Brandon Rohrer" userId="2317a34f-ba29-42ae-ab6a-e705930c57c1" providerId="ADAL" clId="{1614026A-2F64-4BAC-BDDE-041DBAF883DE}" dt="2025-06-04T16:41:03.755" v="4" actId="47"/>
          <pc:sldLayoutMkLst>
            <pc:docMk/>
            <pc:sldMasterMk cId="2705326747" sldId="2147483830"/>
            <pc:sldLayoutMk cId="3677817462" sldId="2147483880"/>
          </pc:sldLayoutMkLst>
        </pc:sldLayoutChg>
        <pc:sldLayoutChg chg="del">
          <pc:chgData name="Brandon Rohrer" userId="2317a34f-ba29-42ae-ab6a-e705930c57c1" providerId="ADAL" clId="{1614026A-2F64-4BAC-BDDE-041DBAF883DE}" dt="2025-06-04T16:41:03.755" v="4" actId="47"/>
          <pc:sldLayoutMkLst>
            <pc:docMk/>
            <pc:sldMasterMk cId="2705326747" sldId="2147483830"/>
            <pc:sldLayoutMk cId="1196091566" sldId="2147483881"/>
          </pc:sldLayoutMkLst>
        </pc:sldLayoutChg>
        <pc:sldLayoutChg chg="del">
          <pc:chgData name="Brandon Rohrer" userId="2317a34f-ba29-42ae-ab6a-e705930c57c1" providerId="ADAL" clId="{1614026A-2F64-4BAC-BDDE-041DBAF883DE}" dt="2025-06-04T16:41:03.755" v="4" actId="47"/>
          <pc:sldLayoutMkLst>
            <pc:docMk/>
            <pc:sldMasterMk cId="2705326747" sldId="2147483830"/>
            <pc:sldLayoutMk cId="3351916457" sldId="2147483882"/>
          </pc:sldLayoutMkLst>
        </pc:sldLayoutChg>
        <pc:sldLayoutChg chg="del">
          <pc:chgData name="Brandon Rohrer" userId="2317a34f-ba29-42ae-ab6a-e705930c57c1" providerId="ADAL" clId="{1614026A-2F64-4BAC-BDDE-041DBAF883DE}" dt="2025-06-04T16:41:03.755" v="4" actId="47"/>
          <pc:sldLayoutMkLst>
            <pc:docMk/>
            <pc:sldMasterMk cId="2705326747" sldId="2147483830"/>
            <pc:sldLayoutMk cId="3898182590" sldId="2147483883"/>
          </pc:sldLayoutMkLst>
        </pc:sldLayoutChg>
        <pc:sldLayoutChg chg="del">
          <pc:chgData name="Brandon Rohrer" userId="2317a34f-ba29-42ae-ab6a-e705930c57c1" providerId="ADAL" clId="{1614026A-2F64-4BAC-BDDE-041DBAF883DE}" dt="2025-06-04T16:41:03.755" v="4" actId="47"/>
          <pc:sldLayoutMkLst>
            <pc:docMk/>
            <pc:sldMasterMk cId="2705326747" sldId="2147483830"/>
            <pc:sldLayoutMk cId="2321355177" sldId="2147483884"/>
          </pc:sldLayoutMkLst>
        </pc:sldLayoutChg>
        <pc:sldLayoutChg chg="del">
          <pc:chgData name="Brandon Rohrer" userId="2317a34f-ba29-42ae-ab6a-e705930c57c1" providerId="ADAL" clId="{1614026A-2F64-4BAC-BDDE-041DBAF883DE}" dt="2025-06-04T16:41:03.755" v="4" actId="47"/>
          <pc:sldLayoutMkLst>
            <pc:docMk/>
            <pc:sldMasterMk cId="2705326747" sldId="2147483830"/>
            <pc:sldLayoutMk cId="2268275951" sldId="2147483885"/>
          </pc:sldLayoutMkLst>
        </pc:sldLayoutChg>
        <pc:sldLayoutChg chg="del">
          <pc:chgData name="Brandon Rohrer" userId="2317a34f-ba29-42ae-ab6a-e705930c57c1" providerId="ADAL" clId="{1614026A-2F64-4BAC-BDDE-041DBAF883DE}" dt="2025-06-04T16:41:03.755" v="4" actId="47"/>
          <pc:sldLayoutMkLst>
            <pc:docMk/>
            <pc:sldMasterMk cId="2705326747" sldId="2147483830"/>
            <pc:sldLayoutMk cId="977945693" sldId="2147483886"/>
          </pc:sldLayoutMkLst>
        </pc:sldLayoutChg>
        <pc:sldLayoutChg chg="del">
          <pc:chgData name="Brandon Rohrer" userId="2317a34f-ba29-42ae-ab6a-e705930c57c1" providerId="ADAL" clId="{1614026A-2F64-4BAC-BDDE-041DBAF883DE}" dt="2025-06-04T16:41:03.755" v="4" actId="47"/>
          <pc:sldLayoutMkLst>
            <pc:docMk/>
            <pc:sldMasterMk cId="2705326747" sldId="2147483830"/>
            <pc:sldLayoutMk cId="1347140677" sldId="2147483887"/>
          </pc:sldLayoutMkLst>
        </pc:sldLayoutChg>
        <pc:sldLayoutChg chg="del">
          <pc:chgData name="Brandon Rohrer" userId="2317a34f-ba29-42ae-ab6a-e705930c57c1" providerId="ADAL" clId="{1614026A-2F64-4BAC-BDDE-041DBAF883DE}" dt="2025-06-04T16:41:03.755" v="4" actId="47"/>
          <pc:sldLayoutMkLst>
            <pc:docMk/>
            <pc:sldMasterMk cId="2705326747" sldId="2147483830"/>
            <pc:sldLayoutMk cId="1011235849" sldId="2147483888"/>
          </pc:sldLayoutMkLst>
        </pc:sldLayoutChg>
        <pc:sldLayoutChg chg="del">
          <pc:chgData name="Brandon Rohrer" userId="2317a34f-ba29-42ae-ab6a-e705930c57c1" providerId="ADAL" clId="{1614026A-2F64-4BAC-BDDE-041DBAF883DE}" dt="2025-06-04T16:41:03.755" v="4" actId="47"/>
          <pc:sldLayoutMkLst>
            <pc:docMk/>
            <pc:sldMasterMk cId="2705326747" sldId="2147483830"/>
            <pc:sldLayoutMk cId="1513610346" sldId="2147483889"/>
          </pc:sldLayoutMkLst>
        </pc:sldLayoutChg>
        <pc:sldLayoutChg chg="del">
          <pc:chgData name="Brandon Rohrer" userId="2317a34f-ba29-42ae-ab6a-e705930c57c1" providerId="ADAL" clId="{1614026A-2F64-4BAC-BDDE-041DBAF883DE}" dt="2025-06-04T16:41:03.755" v="4" actId="47"/>
          <pc:sldLayoutMkLst>
            <pc:docMk/>
            <pc:sldMasterMk cId="2705326747" sldId="2147483830"/>
            <pc:sldLayoutMk cId="180245162" sldId="2147483890"/>
          </pc:sldLayoutMkLst>
        </pc:sldLayoutChg>
        <pc:sldLayoutChg chg="del">
          <pc:chgData name="Brandon Rohrer" userId="2317a34f-ba29-42ae-ab6a-e705930c57c1" providerId="ADAL" clId="{1614026A-2F64-4BAC-BDDE-041DBAF883DE}" dt="2025-06-04T16:41:03.755" v="4" actId="47"/>
          <pc:sldLayoutMkLst>
            <pc:docMk/>
            <pc:sldMasterMk cId="2705326747" sldId="2147483830"/>
            <pc:sldLayoutMk cId="3805990914" sldId="2147483891"/>
          </pc:sldLayoutMkLst>
        </pc:sldLayoutChg>
        <pc:sldLayoutChg chg="del">
          <pc:chgData name="Brandon Rohrer" userId="2317a34f-ba29-42ae-ab6a-e705930c57c1" providerId="ADAL" clId="{1614026A-2F64-4BAC-BDDE-041DBAF883DE}" dt="2025-06-04T16:41:03.755" v="4" actId="47"/>
          <pc:sldLayoutMkLst>
            <pc:docMk/>
            <pc:sldMasterMk cId="2705326747" sldId="2147483830"/>
            <pc:sldLayoutMk cId="3683462620" sldId="2147483892"/>
          </pc:sldLayoutMkLst>
        </pc:sldLayoutChg>
        <pc:sldLayoutChg chg="del">
          <pc:chgData name="Brandon Rohrer" userId="2317a34f-ba29-42ae-ab6a-e705930c57c1" providerId="ADAL" clId="{1614026A-2F64-4BAC-BDDE-041DBAF883DE}" dt="2025-06-04T16:41:03.755" v="4" actId="47"/>
          <pc:sldLayoutMkLst>
            <pc:docMk/>
            <pc:sldMasterMk cId="2705326747" sldId="2147483830"/>
            <pc:sldLayoutMk cId="4249404754" sldId="2147483893"/>
          </pc:sldLayoutMkLst>
        </pc:sldLayoutChg>
        <pc:sldLayoutChg chg="del">
          <pc:chgData name="Brandon Rohrer" userId="2317a34f-ba29-42ae-ab6a-e705930c57c1" providerId="ADAL" clId="{1614026A-2F64-4BAC-BDDE-041DBAF883DE}" dt="2025-06-04T16:41:03.755" v="4" actId="47"/>
          <pc:sldLayoutMkLst>
            <pc:docMk/>
            <pc:sldMasterMk cId="2705326747" sldId="2147483830"/>
            <pc:sldLayoutMk cId="2407669474" sldId="2147483894"/>
          </pc:sldLayoutMkLst>
        </pc:sldLayoutChg>
        <pc:sldLayoutChg chg="del">
          <pc:chgData name="Brandon Rohrer" userId="2317a34f-ba29-42ae-ab6a-e705930c57c1" providerId="ADAL" clId="{1614026A-2F64-4BAC-BDDE-041DBAF883DE}" dt="2025-06-04T16:41:03.755" v="4" actId="47"/>
          <pc:sldLayoutMkLst>
            <pc:docMk/>
            <pc:sldMasterMk cId="2705326747" sldId="2147483830"/>
            <pc:sldLayoutMk cId="332367456" sldId="2147483895"/>
          </pc:sldLayoutMkLst>
        </pc:sldLayoutChg>
        <pc:sldLayoutChg chg="del">
          <pc:chgData name="Brandon Rohrer" userId="2317a34f-ba29-42ae-ab6a-e705930c57c1" providerId="ADAL" clId="{1614026A-2F64-4BAC-BDDE-041DBAF883DE}" dt="2025-06-04T16:41:03.755" v="4" actId="47"/>
          <pc:sldLayoutMkLst>
            <pc:docMk/>
            <pc:sldMasterMk cId="2705326747" sldId="2147483830"/>
            <pc:sldLayoutMk cId="1589786079" sldId="2147483896"/>
          </pc:sldLayoutMkLst>
        </pc:sldLayoutChg>
        <pc:sldLayoutChg chg="del">
          <pc:chgData name="Brandon Rohrer" userId="2317a34f-ba29-42ae-ab6a-e705930c57c1" providerId="ADAL" clId="{1614026A-2F64-4BAC-BDDE-041DBAF883DE}" dt="2025-06-04T16:41:03.755" v="4" actId="47"/>
          <pc:sldLayoutMkLst>
            <pc:docMk/>
            <pc:sldMasterMk cId="2705326747" sldId="2147483830"/>
            <pc:sldLayoutMk cId="2266037708" sldId="2147483897"/>
          </pc:sldLayoutMkLst>
        </pc:sldLayoutChg>
        <pc:sldLayoutChg chg="del">
          <pc:chgData name="Brandon Rohrer" userId="2317a34f-ba29-42ae-ab6a-e705930c57c1" providerId="ADAL" clId="{1614026A-2F64-4BAC-BDDE-041DBAF883DE}" dt="2025-06-04T16:41:03.755" v="4" actId="47"/>
          <pc:sldLayoutMkLst>
            <pc:docMk/>
            <pc:sldMasterMk cId="2705326747" sldId="2147483830"/>
            <pc:sldLayoutMk cId="3618813588" sldId="2147483898"/>
          </pc:sldLayoutMkLst>
        </pc:sldLayoutChg>
        <pc:sldLayoutChg chg="del">
          <pc:chgData name="Brandon Rohrer" userId="2317a34f-ba29-42ae-ab6a-e705930c57c1" providerId="ADAL" clId="{1614026A-2F64-4BAC-BDDE-041DBAF883DE}" dt="2025-06-04T16:41:03.755" v="4" actId="47"/>
          <pc:sldLayoutMkLst>
            <pc:docMk/>
            <pc:sldMasterMk cId="2705326747" sldId="2147483830"/>
            <pc:sldLayoutMk cId="3829182100" sldId="2147483899"/>
          </pc:sldLayoutMkLst>
        </pc:sldLayoutChg>
        <pc:sldLayoutChg chg="del">
          <pc:chgData name="Brandon Rohrer" userId="2317a34f-ba29-42ae-ab6a-e705930c57c1" providerId="ADAL" clId="{1614026A-2F64-4BAC-BDDE-041DBAF883DE}" dt="2025-06-04T16:41:03.755" v="4" actId="47"/>
          <pc:sldLayoutMkLst>
            <pc:docMk/>
            <pc:sldMasterMk cId="2705326747" sldId="2147483830"/>
            <pc:sldLayoutMk cId="4137074486" sldId="2147483900"/>
          </pc:sldLayoutMkLst>
        </pc:sldLayoutChg>
        <pc:sldLayoutChg chg="del">
          <pc:chgData name="Brandon Rohrer" userId="2317a34f-ba29-42ae-ab6a-e705930c57c1" providerId="ADAL" clId="{1614026A-2F64-4BAC-BDDE-041DBAF883DE}" dt="2025-06-04T16:41:03.755" v="4" actId="47"/>
          <pc:sldLayoutMkLst>
            <pc:docMk/>
            <pc:sldMasterMk cId="2705326747" sldId="2147483830"/>
            <pc:sldLayoutMk cId="688596032" sldId="2147483901"/>
          </pc:sldLayoutMkLst>
        </pc:sldLayoutChg>
        <pc:sldLayoutChg chg="del">
          <pc:chgData name="Brandon Rohrer" userId="2317a34f-ba29-42ae-ab6a-e705930c57c1" providerId="ADAL" clId="{1614026A-2F64-4BAC-BDDE-041DBAF883DE}" dt="2025-06-04T16:41:03.755" v="4" actId="47"/>
          <pc:sldLayoutMkLst>
            <pc:docMk/>
            <pc:sldMasterMk cId="2705326747" sldId="2147483830"/>
            <pc:sldLayoutMk cId="37260140" sldId="2147483902"/>
          </pc:sldLayoutMkLst>
        </pc:sldLayoutChg>
        <pc:sldLayoutChg chg="del">
          <pc:chgData name="Brandon Rohrer" userId="2317a34f-ba29-42ae-ab6a-e705930c57c1" providerId="ADAL" clId="{1614026A-2F64-4BAC-BDDE-041DBAF883DE}" dt="2025-06-04T16:41:03.755" v="4" actId="47"/>
          <pc:sldLayoutMkLst>
            <pc:docMk/>
            <pc:sldMasterMk cId="2705326747" sldId="2147483830"/>
            <pc:sldLayoutMk cId="1044837395" sldId="2147483903"/>
          </pc:sldLayoutMkLst>
        </pc:sldLayoutChg>
        <pc:sldLayoutChg chg="del">
          <pc:chgData name="Brandon Rohrer" userId="2317a34f-ba29-42ae-ab6a-e705930c57c1" providerId="ADAL" clId="{1614026A-2F64-4BAC-BDDE-041DBAF883DE}" dt="2025-06-04T16:41:03.755" v="4" actId="47"/>
          <pc:sldLayoutMkLst>
            <pc:docMk/>
            <pc:sldMasterMk cId="2705326747" sldId="2147483830"/>
            <pc:sldLayoutMk cId="1774838206" sldId="2147483904"/>
          </pc:sldLayoutMkLst>
        </pc:sldLayoutChg>
        <pc:sldLayoutChg chg="del">
          <pc:chgData name="Brandon Rohrer" userId="2317a34f-ba29-42ae-ab6a-e705930c57c1" providerId="ADAL" clId="{1614026A-2F64-4BAC-BDDE-041DBAF883DE}" dt="2025-06-04T16:41:03.755" v="4" actId="47"/>
          <pc:sldLayoutMkLst>
            <pc:docMk/>
            <pc:sldMasterMk cId="2705326747" sldId="2147483830"/>
            <pc:sldLayoutMk cId="2665895211" sldId="2147483905"/>
          </pc:sldLayoutMkLst>
        </pc:sldLayoutChg>
        <pc:sldLayoutChg chg="del">
          <pc:chgData name="Brandon Rohrer" userId="2317a34f-ba29-42ae-ab6a-e705930c57c1" providerId="ADAL" clId="{1614026A-2F64-4BAC-BDDE-041DBAF883DE}" dt="2025-06-04T16:41:03.755" v="4" actId="47"/>
          <pc:sldLayoutMkLst>
            <pc:docMk/>
            <pc:sldMasterMk cId="2705326747" sldId="2147483830"/>
            <pc:sldLayoutMk cId="1310520359" sldId="2147483906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E471242-92E5-8CF1-A4DD-B52167408C0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A089FC-68A1-3ED6-E0BF-D98B6449621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EA6BA8-1805-6E4D-B808-C52D125268EA}" type="datetimeFigureOut">
              <a:rPr lang="en-US" smtClean="0">
                <a:latin typeface="Arial" panose="020B0604020202020204" pitchFamily="34" charset="0"/>
              </a:rPr>
              <a:t>6/4/2025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37698C-CF08-6ED8-1F77-4CDC09CF83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29907A-D907-E740-730B-436CD0E3C7F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A5EB60-6667-8F4E-83A4-F497CECA5507}" type="slidenum">
              <a:rPr lang="en-US" smtClean="0">
                <a:latin typeface="Arial" panose="020B0604020202020204" pitchFamily="34" charset="0"/>
              </a:rPr>
              <a:t>‹#›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41045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05612E3A-54CD-5B43-99D5-18355D55B845}" type="datetimeFigureOut">
              <a:rPr lang="en-US" smtClean="0"/>
              <a:pPr/>
              <a:t>6/4/2025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EEB941C0-4031-014E-888B-FDE6A51F3F7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050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90156-8819-32D1-A582-C74E30CAD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9FD8A0-F011-F109-6AFE-95DD8BC4F3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9E2F22-BBDE-597E-3523-BF578437AB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Money slide – as much real world example we can bring in the better</a:t>
            </a:r>
          </a:p>
          <a:p>
            <a:r>
              <a:rPr lang="en-US"/>
              <a:t>Case study?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F85B38-F87C-2874-497D-FE7FFAF625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941C0-4031-014E-888B-FDE6A51F3F77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8179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B4353-76CE-3027-DAE6-C976915EE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DF9F30-DEA2-2978-D3C8-62FD0697EB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6208C3-B9D7-7D20-CB20-69ABCA8523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Money slide – as much real world example we can bring in the better</a:t>
            </a:r>
          </a:p>
          <a:p>
            <a:r>
              <a:rPr lang="en-US"/>
              <a:t>Case study?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6949F-7BF3-88D4-7E8B-C866B68673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941C0-4031-014E-888B-FDE6A51F3F77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2735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Money slide – as much real world example we can bring in the better</a:t>
            </a:r>
          </a:p>
          <a:p>
            <a:r>
              <a:rPr lang="en-US"/>
              <a:t>Case study?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941C0-4031-014E-888B-FDE6A51F3F77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8433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A27E2-80F3-7C2C-FF84-A13F8EF60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6A808F-0BE9-5509-1C6B-AC833AB556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0343E8-8661-CCFE-0D59-322AA42CB3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Money slide – as much real world example we can bring in the better</a:t>
            </a:r>
          </a:p>
          <a:p>
            <a:r>
              <a:rPr lang="en-US"/>
              <a:t>Case study?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2B766E-D84D-E072-CDB3-299D2936F3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941C0-4031-014E-888B-FDE6A51F3F77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9659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AA879-4FA9-DFFF-BC40-93836A880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56074A-E912-BF32-E1A2-65B78B2266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072B28-AA0D-B0BD-EDBC-6C416A5E59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Money slide – as much real world example we can bring in the better</a:t>
            </a:r>
          </a:p>
          <a:p>
            <a:r>
              <a:rPr lang="en-US"/>
              <a:t>Case study?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37718F-FE00-0575-EA06-03CE80E6E9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941C0-4031-014E-888B-FDE6A51F3F77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6701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CFDFC-2F8E-9B34-B5A0-5B0A7D524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6E876A-2002-F595-D020-4E8E37C2D6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651F6A-B76D-0925-30DD-BAAE573F13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Money slide – as much real world example we can bring in the better</a:t>
            </a:r>
          </a:p>
          <a:p>
            <a:r>
              <a:rPr lang="en-US"/>
              <a:t>Case study?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88903B-6952-914E-5E3F-5F2E5523D2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941C0-4031-014E-888B-FDE6A51F3F77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6396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4747B68-D47A-159F-62D4-D496FD6FA2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24385587" cy="13716893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8E039F-716D-9096-68DB-E29052B5D6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06772" y="2696916"/>
            <a:ext cx="18773631" cy="3370153"/>
          </a:xfrm>
          <a:prstGeom prst="rect">
            <a:avLst/>
          </a:prstGeom>
        </p:spPr>
        <p:txBody>
          <a:bodyPr vert="horz" lIns="0" tIns="0" rIns="0" bIns="0" rtlCol="0" anchor="b">
            <a:spAutoFit/>
          </a:bodyPr>
          <a:lstStyle>
            <a:lvl1pPr algn="ctr">
              <a:defRPr sz="12000">
                <a:solidFill>
                  <a:schemeClr val="accent4"/>
                </a:solidFill>
              </a:defRPr>
            </a:lvl1pPr>
          </a:lstStyle>
          <a:p>
            <a:r>
              <a:rPr lang="en-US"/>
              <a:t>Neudesic </a:t>
            </a:r>
            <a:br>
              <a:rPr lang="en-US"/>
            </a:br>
            <a:r>
              <a:rPr lang="en-US"/>
              <a:t>Presentation Template</a:t>
            </a:r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7EA30462-F055-F131-0EF3-22DFF2F60A9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04631" y="7648932"/>
            <a:ext cx="13777913" cy="506101"/>
          </a:xfrm>
        </p:spPr>
        <p:txBody>
          <a:bodyPr>
            <a:spAutoFit/>
          </a:bodyPr>
          <a:lstStyle>
            <a:lvl1pPr marL="0" indent="0" algn="ctr">
              <a:buNone/>
              <a:defRPr sz="2800" b="1" i="0" spc="150" baseline="0">
                <a:solidFill>
                  <a:schemeClr val="accent1"/>
                </a:solidFill>
                <a:latin typeface="+mn-lt"/>
                <a:ea typeface="Arial SemiBold" panose="02000503000000020004" pitchFamily="2" charset="0"/>
              </a:defRPr>
            </a:lvl1pPr>
            <a:lvl2pPr marL="914400" indent="0">
              <a:buNone/>
              <a:defRPr>
                <a:solidFill>
                  <a:schemeClr val="bg1"/>
                </a:solidFill>
              </a:defRPr>
            </a:lvl2pPr>
            <a:lvl3pPr marL="1828800" indent="0">
              <a:buNone/>
              <a:defRPr>
                <a:solidFill>
                  <a:schemeClr val="bg1"/>
                </a:solidFill>
              </a:defRPr>
            </a:lvl3pPr>
            <a:lvl4pPr marL="2743200" indent="0">
              <a:buNone/>
              <a:defRPr>
                <a:solidFill>
                  <a:schemeClr val="bg1"/>
                </a:solidFill>
              </a:defRPr>
            </a:lvl4pPr>
            <a:lvl5pPr marL="3657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NAME LAST NAME | DATE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C220AA2-E5D2-63C4-9772-EA53A6DC737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01368" y="6402981"/>
            <a:ext cx="15184438" cy="795282"/>
          </a:xfrm>
        </p:spPr>
        <p:txBody>
          <a:bodyPr>
            <a:spAutoFit/>
          </a:bodyPr>
          <a:lstStyle>
            <a:lvl1pPr marL="0" indent="0" algn="ctr">
              <a:buFontTx/>
              <a:buNone/>
              <a:defRPr sz="4400" b="0" i="0">
                <a:solidFill>
                  <a:schemeClr val="bg1"/>
                </a:solidFill>
                <a:latin typeface="+mn-lt"/>
                <a:ea typeface="Arial" panose="02000503000000020004" pitchFamily="2" charset="0"/>
              </a:defRPr>
            </a:lvl1pPr>
          </a:lstStyle>
          <a:p>
            <a:pPr lvl="0"/>
            <a:r>
              <a:rPr lang="en-US"/>
              <a:t>Subheader goes here</a:t>
            </a:r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CE0F2691-145E-24A5-CBC4-E65EBE7C34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9645278" y="761745"/>
            <a:ext cx="3870250" cy="9517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E742282-B800-5F15-7C71-C8948A6827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24385587" cy="137168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F22629E-B529-B88D-5B57-598F1CD9A6A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9645278" y="761745"/>
            <a:ext cx="3870250" cy="951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768587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ack background with blue circles&#10;&#10;Description automatically generated">
            <a:extLst>
              <a:ext uri="{FF2B5EF4-FFF2-40B4-BE49-F238E27FC236}">
                <a16:creationId xmlns:a16="http://schemas.microsoft.com/office/drawing/2014/main" id="{20528C15-C79D-BC9E-B8C2-97783587D83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986748" y="0"/>
            <a:ext cx="20400428" cy="13716000"/>
          </a:xfrm>
          <a:prstGeom prst="rect">
            <a:avLst/>
          </a:prstGeom>
        </p:spPr>
      </p:pic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7EA30462-F055-F131-0EF3-22DFF2F60A9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5988" y="12295499"/>
            <a:ext cx="13777913" cy="506101"/>
          </a:xfrm>
        </p:spPr>
        <p:txBody>
          <a:bodyPr>
            <a:spAutoFit/>
          </a:bodyPr>
          <a:lstStyle>
            <a:lvl1pPr marL="0" indent="0" algn="l">
              <a:buNone/>
              <a:defRPr sz="2800" b="1" i="0" spc="150" baseline="0">
                <a:solidFill>
                  <a:schemeClr val="accent1"/>
                </a:solidFill>
                <a:latin typeface="+mn-lt"/>
                <a:ea typeface="Arial SemiBold" panose="02000503000000020004" pitchFamily="2" charset="0"/>
              </a:defRPr>
            </a:lvl1pPr>
            <a:lvl2pPr marL="914400" indent="0">
              <a:buNone/>
              <a:defRPr>
                <a:solidFill>
                  <a:schemeClr val="bg1"/>
                </a:solidFill>
              </a:defRPr>
            </a:lvl2pPr>
            <a:lvl3pPr marL="1828800" indent="0">
              <a:buNone/>
              <a:defRPr>
                <a:solidFill>
                  <a:schemeClr val="bg1"/>
                </a:solidFill>
              </a:defRPr>
            </a:lvl3pPr>
            <a:lvl4pPr marL="2743200" indent="0">
              <a:buNone/>
              <a:defRPr>
                <a:solidFill>
                  <a:schemeClr val="bg1"/>
                </a:solidFill>
              </a:defRPr>
            </a:lvl4pPr>
            <a:lvl5pPr marL="3657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NAME LAST NAME | DATE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C220AA2-E5D2-63C4-9772-EA53A6DC737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5988" y="11049548"/>
            <a:ext cx="15184438" cy="795282"/>
          </a:xfrm>
        </p:spPr>
        <p:txBody>
          <a:bodyPr>
            <a:spAutoFit/>
          </a:bodyPr>
          <a:lstStyle>
            <a:lvl1pPr marL="0" indent="0" algn="l">
              <a:buFontTx/>
              <a:buNone/>
              <a:defRPr sz="4400" b="0" i="0">
                <a:solidFill>
                  <a:schemeClr val="bg1"/>
                </a:solidFill>
                <a:latin typeface="+mn-lt"/>
                <a:ea typeface="Arial" panose="02000503000000020004" pitchFamily="2" charset="0"/>
              </a:defRPr>
            </a:lvl1pPr>
          </a:lstStyle>
          <a:p>
            <a:pPr lvl="0"/>
            <a:r>
              <a:rPr lang="en-US"/>
              <a:t>Subheader goes here</a:t>
            </a:r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CE0F2691-145E-24A5-CBC4-E65EBE7C34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15988" y="761745"/>
            <a:ext cx="3870250" cy="951701"/>
          </a:xfrm>
          <a:prstGeom prst="rect">
            <a:avLst/>
          </a:prstGeom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F324E8F0-6A01-C28B-56FE-DA46EF0B3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5988" y="4894936"/>
            <a:ext cx="18773631" cy="3370153"/>
          </a:xfrm>
          <a:prstGeom prst="rect">
            <a:avLst/>
          </a:prstGeom>
        </p:spPr>
        <p:txBody>
          <a:bodyPr vert="horz" lIns="0" tIns="0" rIns="0" bIns="0" rtlCol="0" anchor="b">
            <a:spAutoFit/>
          </a:bodyPr>
          <a:lstStyle>
            <a:lvl1pPr algn="l">
              <a:defRPr sz="12000">
                <a:solidFill>
                  <a:schemeClr val="accent4"/>
                </a:solidFill>
              </a:defRPr>
            </a:lvl1pPr>
          </a:lstStyle>
          <a:p>
            <a:r>
              <a:rPr lang="en-US"/>
              <a:t>Neudesic </a:t>
            </a:r>
            <a:br>
              <a:rPr lang="en-US"/>
            </a:br>
            <a:r>
              <a:rPr lang="en-US"/>
              <a:t>Presentation Template</a:t>
            </a:r>
          </a:p>
        </p:txBody>
      </p:sp>
      <p:pic>
        <p:nvPicPr>
          <p:cNvPr id="2" name="Picture 1" descr="A black background with blue circles&#10;&#10;Description automatically generated">
            <a:extLst>
              <a:ext uri="{FF2B5EF4-FFF2-40B4-BE49-F238E27FC236}">
                <a16:creationId xmlns:a16="http://schemas.microsoft.com/office/drawing/2014/main" id="{BD0FDE9D-6C19-5D5C-1C47-1A45D69824D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986748" y="0"/>
            <a:ext cx="20400428" cy="13716000"/>
          </a:xfrm>
          <a:prstGeom prst="rect">
            <a:avLst/>
          </a:prstGeom>
        </p:spPr>
      </p:pic>
      <p:pic>
        <p:nvPicPr>
          <p:cNvPr id="4" name="Picture 7">
            <a:extLst>
              <a:ext uri="{FF2B5EF4-FFF2-40B4-BE49-F238E27FC236}">
                <a16:creationId xmlns:a16="http://schemas.microsoft.com/office/drawing/2014/main" id="{1E394C3E-282D-2C09-D02F-263F1C7083B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15988" y="761745"/>
            <a:ext cx="3870250" cy="951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228883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Agenda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4747B68-D47A-159F-62D4-D496FD6FA2F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4340508" cy="4898571"/>
          </a:xfrm>
          <a:prstGeom prst="rect">
            <a:avLst/>
          </a:prstGeom>
        </p:spPr>
      </p:pic>
      <p:pic>
        <p:nvPicPr>
          <p:cNvPr id="7" name="Picture 6" descr="A blue and black background&#10;&#10;Description automatically generated">
            <a:extLst>
              <a:ext uri="{FF2B5EF4-FFF2-40B4-BE49-F238E27FC236}">
                <a16:creationId xmlns:a16="http://schemas.microsoft.com/office/drawing/2014/main" id="{48E9533C-C4A4-FF70-7BBA-0BA79EFA109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9841832"/>
            <a:ext cx="24387175" cy="3862901"/>
          </a:xfrm>
          <a:prstGeom prst="rect">
            <a:avLst/>
          </a:prstGeom>
        </p:spPr>
      </p:pic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509127C4-3B89-A790-2D29-9DBD807B75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88" y="2295353"/>
            <a:ext cx="6743033" cy="795282"/>
          </a:xfrm>
        </p:spPr>
        <p:txBody>
          <a:bodyPr/>
          <a:lstStyle>
            <a:lvl1pPr marL="742950" indent="-742950">
              <a:buClr>
                <a:schemeClr val="accent1"/>
              </a:buClr>
              <a:buSzPct val="80000"/>
              <a:buFont typeface="+mj-lt"/>
              <a:buAutoNum type="arabicPeriod"/>
              <a:defRPr sz="4400" b="0" i="0">
                <a:solidFill>
                  <a:schemeClr val="bg2"/>
                </a:solidFill>
                <a:latin typeface="+mn-lt"/>
              </a:defRPr>
            </a:lvl1pPr>
            <a:lvl2pPr>
              <a:buClr>
                <a:schemeClr val="accent5"/>
              </a:buClr>
              <a:buSzPct val="80000"/>
              <a:defRPr>
                <a:solidFill>
                  <a:schemeClr val="bg1"/>
                </a:solidFill>
              </a:defRPr>
            </a:lvl2pPr>
            <a:lvl3pPr>
              <a:buClr>
                <a:schemeClr val="accent5"/>
              </a:buClr>
              <a:buSzPct val="80000"/>
              <a:defRPr>
                <a:solidFill>
                  <a:schemeClr val="bg1"/>
                </a:solidFill>
              </a:defRPr>
            </a:lvl3pPr>
            <a:lvl4pPr>
              <a:buClr>
                <a:schemeClr val="accent5"/>
              </a:buClr>
              <a:buSzPct val="80000"/>
              <a:defRPr>
                <a:solidFill>
                  <a:schemeClr val="bg1"/>
                </a:solidFill>
              </a:defRPr>
            </a:lvl4pPr>
            <a:lvl5pPr>
              <a:buClr>
                <a:schemeClr val="accent5"/>
              </a:buClr>
              <a:buSzPct val="80000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Agenda item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821DD9-4A34-44F4-57BF-6553F4A5510C}"/>
              </a:ext>
            </a:extLst>
          </p:cNvPr>
          <p:cNvSpPr txBox="1"/>
          <p:nvPr/>
        </p:nvSpPr>
        <p:spPr>
          <a:xfrm>
            <a:off x="915836" y="12566165"/>
            <a:ext cx="6200162" cy="2769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Neudesic, an IBM company © 2024</a:t>
            </a:r>
          </a:p>
        </p:txBody>
      </p:sp>
      <p:pic>
        <p:nvPicPr>
          <p:cNvPr id="11" name="Picture 7">
            <a:extLst>
              <a:ext uri="{FF2B5EF4-FFF2-40B4-BE49-F238E27FC236}">
                <a16:creationId xmlns:a16="http://schemas.microsoft.com/office/drawing/2014/main" id="{19C8514B-19DA-CA2A-D56A-BBD04ED252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1355050" y="12497827"/>
            <a:ext cx="2116138" cy="520362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DC3F91-F649-1786-96C6-5C3E6E466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6770" y="5943911"/>
            <a:ext cx="5406880" cy="1231106"/>
          </a:xfrm>
          <a:prstGeom prst="rect">
            <a:avLst/>
          </a:prstGeom>
        </p:spPr>
        <p:txBody>
          <a:bodyPr vert="horz" wrap="square" lIns="0" tIns="0" rIns="0" bIns="91440" rtlCol="0" anchor="t">
            <a:spAutoFit/>
          </a:bodyPr>
          <a:lstStyle>
            <a:lvl1pPr>
              <a:defRPr sz="8000">
                <a:solidFill>
                  <a:schemeClr val="accent4"/>
                </a:solidFill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1F4068FA-5D87-AFEF-E5F5-9F3D396E042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193588" y="3880105"/>
            <a:ext cx="6743033" cy="795282"/>
          </a:xfrm>
        </p:spPr>
        <p:txBody>
          <a:bodyPr/>
          <a:lstStyle>
            <a:lvl1pPr marL="742950" indent="-742950">
              <a:buClr>
                <a:schemeClr val="accent1"/>
              </a:buClr>
              <a:buSzPct val="80000"/>
              <a:buFont typeface="+mj-lt"/>
              <a:buAutoNum type="arabicPeriod" startAt="2"/>
              <a:defRPr sz="4400" b="0" i="0">
                <a:solidFill>
                  <a:schemeClr val="bg2"/>
                </a:solidFill>
                <a:latin typeface="+mn-lt"/>
              </a:defRPr>
            </a:lvl1pPr>
            <a:lvl2pPr>
              <a:buClr>
                <a:schemeClr val="accent5"/>
              </a:buClr>
              <a:buSzPct val="80000"/>
              <a:defRPr>
                <a:solidFill>
                  <a:schemeClr val="bg1"/>
                </a:solidFill>
              </a:defRPr>
            </a:lvl2pPr>
            <a:lvl3pPr>
              <a:buClr>
                <a:schemeClr val="accent5"/>
              </a:buClr>
              <a:buSzPct val="80000"/>
              <a:defRPr>
                <a:solidFill>
                  <a:schemeClr val="bg1"/>
                </a:solidFill>
              </a:defRPr>
            </a:lvl3pPr>
            <a:lvl4pPr>
              <a:buClr>
                <a:schemeClr val="accent5"/>
              </a:buClr>
              <a:buSzPct val="80000"/>
              <a:defRPr>
                <a:solidFill>
                  <a:schemeClr val="bg1"/>
                </a:solidFill>
              </a:defRPr>
            </a:lvl4pPr>
            <a:lvl5pPr>
              <a:buClr>
                <a:schemeClr val="accent5"/>
              </a:buClr>
              <a:buSzPct val="80000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Agenda item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777D28B8-6E19-D728-F06C-AF6CAB500DC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193588" y="5464857"/>
            <a:ext cx="6743033" cy="795282"/>
          </a:xfrm>
        </p:spPr>
        <p:txBody>
          <a:bodyPr/>
          <a:lstStyle>
            <a:lvl1pPr marL="742950" indent="-742950">
              <a:buClr>
                <a:schemeClr val="accent1"/>
              </a:buClr>
              <a:buSzPct val="80000"/>
              <a:buFont typeface="+mj-lt"/>
              <a:buAutoNum type="arabicPeriod" startAt="3"/>
              <a:defRPr sz="4400" b="0" i="0">
                <a:solidFill>
                  <a:schemeClr val="bg2"/>
                </a:solidFill>
                <a:latin typeface="+mn-lt"/>
              </a:defRPr>
            </a:lvl1pPr>
            <a:lvl2pPr>
              <a:buClr>
                <a:schemeClr val="accent5"/>
              </a:buClr>
              <a:buSzPct val="80000"/>
              <a:defRPr>
                <a:solidFill>
                  <a:schemeClr val="bg1"/>
                </a:solidFill>
              </a:defRPr>
            </a:lvl2pPr>
            <a:lvl3pPr>
              <a:buClr>
                <a:schemeClr val="accent5"/>
              </a:buClr>
              <a:buSzPct val="80000"/>
              <a:defRPr>
                <a:solidFill>
                  <a:schemeClr val="bg1"/>
                </a:solidFill>
              </a:defRPr>
            </a:lvl3pPr>
            <a:lvl4pPr>
              <a:buClr>
                <a:schemeClr val="accent5"/>
              </a:buClr>
              <a:buSzPct val="80000"/>
              <a:defRPr>
                <a:solidFill>
                  <a:schemeClr val="bg1"/>
                </a:solidFill>
              </a:defRPr>
            </a:lvl4pPr>
            <a:lvl5pPr>
              <a:buClr>
                <a:schemeClr val="accent5"/>
              </a:buClr>
              <a:buSzPct val="80000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Agenda item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D2B25A8-8F5C-9825-3E5A-72E83FCEF3E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193588" y="7049609"/>
            <a:ext cx="6743033" cy="795282"/>
          </a:xfrm>
        </p:spPr>
        <p:txBody>
          <a:bodyPr/>
          <a:lstStyle>
            <a:lvl1pPr marL="742950" indent="-742950">
              <a:buClr>
                <a:schemeClr val="accent1"/>
              </a:buClr>
              <a:buSzPct val="80000"/>
              <a:buFont typeface="+mj-lt"/>
              <a:buAutoNum type="arabicPeriod" startAt="4"/>
              <a:defRPr sz="4400" b="0" i="0">
                <a:solidFill>
                  <a:schemeClr val="bg2"/>
                </a:solidFill>
                <a:latin typeface="+mn-lt"/>
              </a:defRPr>
            </a:lvl1pPr>
            <a:lvl2pPr>
              <a:buClr>
                <a:schemeClr val="accent5"/>
              </a:buClr>
              <a:buSzPct val="80000"/>
              <a:defRPr>
                <a:solidFill>
                  <a:schemeClr val="bg1"/>
                </a:solidFill>
              </a:defRPr>
            </a:lvl2pPr>
            <a:lvl3pPr>
              <a:buClr>
                <a:schemeClr val="accent5"/>
              </a:buClr>
              <a:buSzPct val="80000"/>
              <a:defRPr>
                <a:solidFill>
                  <a:schemeClr val="bg1"/>
                </a:solidFill>
              </a:defRPr>
            </a:lvl3pPr>
            <a:lvl4pPr>
              <a:buClr>
                <a:schemeClr val="accent5"/>
              </a:buClr>
              <a:buSzPct val="80000"/>
              <a:defRPr>
                <a:solidFill>
                  <a:schemeClr val="bg1"/>
                </a:solidFill>
              </a:defRPr>
            </a:lvl4pPr>
            <a:lvl5pPr>
              <a:buClr>
                <a:schemeClr val="accent5"/>
              </a:buClr>
              <a:buSzPct val="80000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Agenda item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CEC3CB4C-BDC4-FBB8-F5CB-C4D29C12D4F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193588" y="8634361"/>
            <a:ext cx="6743033" cy="795282"/>
          </a:xfrm>
        </p:spPr>
        <p:txBody>
          <a:bodyPr/>
          <a:lstStyle>
            <a:lvl1pPr marL="742950" indent="-742950">
              <a:buClr>
                <a:schemeClr val="accent1"/>
              </a:buClr>
              <a:buSzPct val="80000"/>
              <a:buFont typeface="+mj-lt"/>
              <a:buAutoNum type="arabicPeriod" startAt="5"/>
              <a:defRPr sz="4400" b="0" i="0">
                <a:solidFill>
                  <a:schemeClr val="bg2"/>
                </a:solidFill>
                <a:latin typeface="+mn-lt"/>
              </a:defRPr>
            </a:lvl1pPr>
            <a:lvl2pPr>
              <a:buClr>
                <a:schemeClr val="accent5"/>
              </a:buClr>
              <a:buSzPct val="80000"/>
              <a:defRPr>
                <a:solidFill>
                  <a:schemeClr val="bg1"/>
                </a:solidFill>
              </a:defRPr>
            </a:lvl2pPr>
            <a:lvl3pPr>
              <a:buClr>
                <a:schemeClr val="accent5"/>
              </a:buClr>
              <a:buSzPct val="80000"/>
              <a:defRPr>
                <a:solidFill>
                  <a:schemeClr val="bg1"/>
                </a:solidFill>
              </a:defRPr>
            </a:lvl3pPr>
            <a:lvl4pPr>
              <a:buClr>
                <a:schemeClr val="accent5"/>
              </a:buClr>
              <a:buSzPct val="80000"/>
              <a:defRPr>
                <a:solidFill>
                  <a:schemeClr val="bg1"/>
                </a:solidFill>
              </a:defRPr>
            </a:lvl4pPr>
            <a:lvl5pPr>
              <a:buClr>
                <a:schemeClr val="accent5"/>
              </a:buClr>
              <a:buSzPct val="80000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Agenda item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4846F4D3-CDF4-4A93-6F2D-3F8D63261E5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193588" y="10219115"/>
            <a:ext cx="6743033" cy="795282"/>
          </a:xfrm>
        </p:spPr>
        <p:txBody>
          <a:bodyPr/>
          <a:lstStyle>
            <a:lvl1pPr marL="742950" indent="-742950">
              <a:buClr>
                <a:schemeClr val="accent1"/>
              </a:buClr>
              <a:buSzPct val="80000"/>
              <a:buFont typeface="+mj-lt"/>
              <a:buAutoNum type="arabicPeriod" startAt="6"/>
              <a:defRPr sz="4400" b="0" i="0">
                <a:solidFill>
                  <a:schemeClr val="bg2"/>
                </a:solidFill>
                <a:latin typeface="+mn-lt"/>
              </a:defRPr>
            </a:lvl1pPr>
            <a:lvl2pPr>
              <a:buClr>
                <a:schemeClr val="accent5"/>
              </a:buClr>
              <a:buSzPct val="80000"/>
              <a:defRPr>
                <a:solidFill>
                  <a:schemeClr val="bg1"/>
                </a:solidFill>
              </a:defRPr>
            </a:lvl2pPr>
            <a:lvl3pPr>
              <a:buClr>
                <a:schemeClr val="accent5"/>
              </a:buClr>
              <a:buSzPct val="80000"/>
              <a:defRPr>
                <a:solidFill>
                  <a:schemeClr val="bg1"/>
                </a:solidFill>
              </a:defRPr>
            </a:lvl3pPr>
            <a:lvl4pPr>
              <a:buClr>
                <a:schemeClr val="accent5"/>
              </a:buClr>
              <a:buSzPct val="80000"/>
              <a:defRPr>
                <a:solidFill>
                  <a:schemeClr val="bg1"/>
                </a:solidFill>
              </a:defRPr>
            </a:lvl4pPr>
            <a:lvl5pPr>
              <a:buClr>
                <a:schemeClr val="accent5"/>
              </a:buClr>
              <a:buSzPct val="80000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Agenda item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F35505B-5DB8-774C-31A9-0EC242139C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4340508" cy="4898571"/>
          </a:xfrm>
          <a:prstGeom prst="rect">
            <a:avLst/>
          </a:prstGeom>
        </p:spPr>
      </p:pic>
      <p:pic>
        <p:nvPicPr>
          <p:cNvPr id="9" name="Picture 8" descr="A blue and black background&#10;&#10;Description automatically generated">
            <a:extLst>
              <a:ext uri="{FF2B5EF4-FFF2-40B4-BE49-F238E27FC236}">
                <a16:creationId xmlns:a16="http://schemas.microsoft.com/office/drawing/2014/main" id="{E94E60EE-F5E3-9CCF-D506-DEBC0215FD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9841832"/>
            <a:ext cx="24387175" cy="386290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8367A27-9CC7-7A6B-95E3-52F8079FBBC2}"/>
              </a:ext>
            </a:extLst>
          </p:cNvPr>
          <p:cNvSpPr txBox="1"/>
          <p:nvPr userDrawn="1"/>
        </p:nvSpPr>
        <p:spPr>
          <a:xfrm>
            <a:off x="915836" y="12566165"/>
            <a:ext cx="6200162" cy="2769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Neudesic, an IBM company © 2024</a:t>
            </a:r>
          </a:p>
        </p:txBody>
      </p:sp>
      <p:pic>
        <p:nvPicPr>
          <p:cNvPr id="16" name="Picture 7">
            <a:extLst>
              <a:ext uri="{FF2B5EF4-FFF2-40B4-BE49-F238E27FC236}">
                <a16:creationId xmlns:a16="http://schemas.microsoft.com/office/drawing/2014/main" id="{E890F190-370A-A4F1-EA5D-A7CC19042A6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1355050" y="12497827"/>
            <a:ext cx="2116138" cy="520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845489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divid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DE4E9E35-2B65-9F7B-5A60-3A1C69B80EF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24385585" cy="1371689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99B9AEF-0A53-9EF2-7D94-5C1969F6439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4385584" cy="13716891"/>
          </a:xfrm>
          <a:prstGeom prst="rect">
            <a:avLst/>
          </a:prstGeom>
        </p:spPr>
      </p:pic>
      <p:sp>
        <p:nvSpPr>
          <p:cNvPr id="26" name="Freeform 25">
            <a:extLst>
              <a:ext uri="{FF2B5EF4-FFF2-40B4-BE49-F238E27FC236}">
                <a16:creationId xmlns:a16="http://schemas.microsoft.com/office/drawing/2014/main" id="{DC2323FA-DFF7-1225-FD2D-DAB3675E67F3}"/>
              </a:ext>
            </a:extLst>
          </p:cNvPr>
          <p:cNvSpPr/>
          <p:nvPr/>
        </p:nvSpPr>
        <p:spPr>
          <a:xfrm>
            <a:off x="14251867" y="-891"/>
            <a:ext cx="22140969" cy="13716000"/>
          </a:xfrm>
          <a:custGeom>
            <a:avLst/>
            <a:gdLst>
              <a:gd name="connsiteX0" fmla="*/ 22140965 w 22140969"/>
              <a:gd name="connsiteY0" fmla="*/ 285 h 13716000"/>
              <a:gd name="connsiteX1" fmla="*/ 22140969 w 22140969"/>
              <a:gd name="connsiteY1" fmla="*/ 285 h 13716000"/>
              <a:gd name="connsiteX2" fmla="*/ 22140969 w 22140969"/>
              <a:gd name="connsiteY2" fmla="*/ 13716000 h 13716000"/>
              <a:gd name="connsiteX3" fmla="*/ 22140965 w 22140969"/>
              <a:gd name="connsiteY3" fmla="*/ 13716000 h 13716000"/>
              <a:gd name="connsiteX4" fmla="*/ 3946305 w 22140969"/>
              <a:gd name="connsiteY4" fmla="*/ 0 h 13716000"/>
              <a:gd name="connsiteX5" fmla="*/ 8019539 w 22140969"/>
              <a:gd name="connsiteY5" fmla="*/ 0 h 13716000"/>
              <a:gd name="connsiteX6" fmla="*/ 8019539 w 22140969"/>
              <a:gd name="connsiteY6" fmla="*/ 285 h 13716000"/>
              <a:gd name="connsiteX7" fmla="*/ 10133713 w 22140969"/>
              <a:gd name="connsiteY7" fmla="*/ 285 h 13716000"/>
              <a:gd name="connsiteX8" fmla="*/ 10133713 w 22140969"/>
              <a:gd name="connsiteY8" fmla="*/ 13716000 h 13716000"/>
              <a:gd name="connsiteX9" fmla="*/ 3780165 w 22140969"/>
              <a:gd name="connsiteY9" fmla="*/ 13716000 h 13716000"/>
              <a:gd name="connsiteX10" fmla="*/ 3471725 w 22140969"/>
              <a:gd name="connsiteY10" fmla="*/ 13514003 h 13716000"/>
              <a:gd name="connsiteX11" fmla="*/ 145 w 22140969"/>
              <a:gd name="connsiteY11" fmla="*/ 6859829 h 13716000"/>
              <a:gd name="connsiteX12" fmla="*/ 3875581 w 22140969"/>
              <a:gd name="connsiteY12" fmla="*/ 40474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2140969" h="13716000">
                <a:moveTo>
                  <a:pt x="22140965" y="285"/>
                </a:moveTo>
                <a:lnTo>
                  <a:pt x="22140969" y="285"/>
                </a:lnTo>
                <a:lnTo>
                  <a:pt x="22140969" y="13716000"/>
                </a:lnTo>
                <a:lnTo>
                  <a:pt x="22140965" y="13716000"/>
                </a:lnTo>
                <a:close/>
                <a:moveTo>
                  <a:pt x="3946305" y="0"/>
                </a:moveTo>
                <a:lnTo>
                  <a:pt x="8019539" y="0"/>
                </a:lnTo>
                <a:lnTo>
                  <a:pt x="8019539" y="285"/>
                </a:lnTo>
                <a:lnTo>
                  <a:pt x="10133713" y="285"/>
                </a:lnTo>
                <a:lnTo>
                  <a:pt x="10133713" y="13716000"/>
                </a:lnTo>
                <a:lnTo>
                  <a:pt x="3780165" y="13716000"/>
                </a:lnTo>
                <a:lnTo>
                  <a:pt x="3471725" y="13514003"/>
                </a:lnTo>
                <a:cubicBezTo>
                  <a:pt x="1360285" y="12057696"/>
                  <a:pt x="-16314" y="9616266"/>
                  <a:pt x="145" y="6859829"/>
                </a:cubicBezTo>
                <a:cubicBezTo>
                  <a:pt x="17427" y="3965570"/>
                  <a:pt x="1566299" y="1436922"/>
                  <a:pt x="3875581" y="4047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647BF85E-947D-ECE2-9605-E7D143F54033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2579669">
            <a:off x="9271711" y="-1682268"/>
            <a:ext cx="16472468" cy="17078753"/>
          </a:xfrm>
          <a:prstGeom prst="rect">
            <a:avLst/>
          </a:prstGeom>
        </p:spPr>
      </p:pic>
      <p:sp>
        <p:nvSpPr>
          <p:cNvPr id="28" name="Picture Placeholder 1">
            <a:extLst>
              <a:ext uri="{FF2B5EF4-FFF2-40B4-BE49-F238E27FC236}">
                <a16:creationId xmlns:a16="http://schemas.microsoft.com/office/drawing/2014/main" id="{60825668-0C1C-4662-0C1F-499D6E127F3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4214764" y="0"/>
            <a:ext cx="10183091" cy="13716000"/>
          </a:xfrm>
          <a:custGeom>
            <a:avLst/>
            <a:gdLst>
              <a:gd name="connsiteX0" fmla="*/ 3946306 w 10133714"/>
              <a:gd name="connsiteY0" fmla="*/ 0 h 13716000"/>
              <a:gd name="connsiteX1" fmla="*/ 8019540 w 10133714"/>
              <a:gd name="connsiteY1" fmla="*/ 0 h 13716000"/>
              <a:gd name="connsiteX2" fmla="*/ 8019540 w 10133714"/>
              <a:gd name="connsiteY2" fmla="*/ 285 h 13716000"/>
              <a:gd name="connsiteX3" fmla="*/ 10133714 w 10133714"/>
              <a:gd name="connsiteY3" fmla="*/ 285 h 13716000"/>
              <a:gd name="connsiteX4" fmla="*/ 10133714 w 10133714"/>
              <a:gd name="connsiteY4" fmla="*/ 13716000 h 13716000"/>
              <a:gd name="connsiteX5" fmla="*/ 3780166 w 10133714"/>
              <a:gd name="connsiteY5" fmla="*/ 13716000 h 13716000"/>
              <a:gd name="connsiteX6" fmla="*/ 3471726 w 10133714"/>
              <a:gd name="connsiteY6" fmla="*/ 13514003 h 13716000"/>
              <a:gd name="connsiteX7" fmla="*/ 146 w 10133714"/>
              <a:gd name="connsiteY7" fmla="*/ 6859829 h 13716000"/>
              <a:gd name="connsiteX8" fmla="*/ 3875582 w 10133714"/>
              <a:gd name="connsiteY8" fmla="*/ 40474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133714" h="13716000">
                <a:moveTo>
                  <a:pt x="3946306" y="0"/>
                </a:moveTo>
                <a:lnTo>
                  <a:pt x="8019540" y="0"/>
                </a:lnTo>
                <a:lnTo>
                  <a:pt x="8019540" y="285"/>
                </a:lnTo>
                <a:lnTo>
                  <a:pt x="10133714" y="285"/>
                </a:lnTo>
                <a:lnTo>
                  <a:pt x="10133714" y="13716000"/>
                </a:lnTo>
                <a:lnTo>
                  <a:pt x="3780166" y="13716000"/>
                </a:lnTo>
                <a:lnTo>
                  <a:pt x="3471726" y="13514003"/>
                </a:lnTo>
                <a:cubicBezTo>
                  <a:pt x="1360287" y="12057696"/>
                  <a:pt x="-16313" y="9616266"/>
                  <a:pt x="146" y="6859829"/>
                </a:cubicBezTo>
                <a:cubicBezTo>
                  <a:pt x="17428" y="3965570"/>
                  <a:pt x="1566300" y="1436922"/>
                  <a:pt x="3875582" y="40474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96EA586-6BFF-198D-7DB1-8DCF723B5B25}"/>
              </a:ext>
            </a:extLst>
          </p:cNvPr>
          <p:cNvSpPr txBox="1"/>
          <p:nvPr/>
        </p:nvSpPr>
        <p:spPr>
          <a:xfrm>
            <a:off x="915836" y="12566165"/>
            <a:ext cx="6200162" cy="2769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Neudesic, an IBM company © 2024</a:t>
            </a:r>
          </a:p>
        </p:txBody>
      </p:sp>
      <p:sp>
        <p:nvSpPr>
          <p:cNvPr id="32" name="Title Placeholder 1">
            <a:extLst>
              <a:ext uri="{FF2B5EF4-FFF2-40B4-BE49-F238E27FC236}">
                <a16:creationId xmlns:a16="http://schemas.microsoft.com/office/drawing/2014/main" id="{539269DF-35E6-8105-B168-0704AA1047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6770" y="6295192"/>
            <a:ext cx="8410676" cy="2339102"/>
          </a:xfrm>
          <a:prstGeom prst="rect">
            <a:avLst/>
          </a:prstGeom>
        </p:spPr>
        <p:txBody>
          <a:bodyPr vert="horz" wrap="square" lIns="0" tIns="0" rIns="0" bIns="91440" rtlCol="0" anchor="t">
            <a:spAutoFit/>
          </a:bodyPr>
          <a:lstStyle>
            <a:lvl1pPr algn="l">
              <a:defRPr sz="8000">
                <a:solidFill>
                  <a:schemeClr val="accent4"/>
                </a:solidFill>
              </a:defRPr>
            </a:lvl1pPr>
          </a:lstStyle>
          <a:p>
            <a:r>
              <a:rPr lang="en-US"/>
              <a:t>Section divider goes here</a:t>
            </a:r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58DB76D6-429D-A117-CFA1-6A73F22428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36769" y="5339499"/>
            <a:ext cx="8007931" cy="650691"/>
          </a:xfrm>
        </p:spPr>
        <p:txBody>
          <a:bodyPr wrap="square" anchor="t">
            <a:spAutoFit/>
          </a:bodyPr>
          <a:lstStyle>
            <a:lvl1pPr marL="0" indent="0" algn="l">
              <a:spcBef>
                <a:spcPts val="0"/>
              </a:spcBef>
              <a:buNone/>
              <a:defRPr sz="3600" b="1" i="0" spc="50" baseline="0">
                <a:solidFill>
                  <a:srgbClr val="F54A05"/>
                </a:solidFill>
                <a:latin typeface="+mn-lt"/>
                <a:ea typeface="Arial SemiBold" panose="02000503000000020004" pitchFamily="2" charset="0"/>
              </a:defRPr>
            </a:lvl1pPr>
            <a:lvl2pPr>
              <a:defRPr b="0" i="0">
                <a:latin typeface="Poppins" panose="020B0503030300000000" pitchFamily="34" charset="0"/>
              </a:defRPr>
            </a:lvl2pPr>
            <a:lvl3pPr>
              <a:defRPr b="0" i="0">
                <a:latin typeface="Poppins" panose="020B0503030300000000" pitchFamily="34" charset="0"/>
              </a:defRPr>
            </a:lvl3pPr>
            <a:lvl4pPr>
              <a:defRPr b="0" i="0">
                <a:latin typeface="Poppins" panose="020B0503030300000000" pitchFamily="34" charset="0"/>
              </a:defRPr>
            </a:lvl4pPr>
            <a:lvl5pPr>
              <a:defRPr b="0" i="0">
                <a:latin typeface="Poppins" panose="020B0503030300000000" pitchFamily="34" charset="0"/>
              </a:defRPr>
            </a:lvl5pPr>
          </a:lstStyle>
          <a:p>
            <a:pPr lvl="0"/>
            <a:r>
              <a:rPr lang="en-US"/>
              <a:t>SUBHEADER GOES HERE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B57E150-2797-5DEE-BA8E-3497B9F93E5E}"/>
              </a:ext>
            </a:extLst>
          </p:cNvPr>
          <p:cNvSpPr/>
          <p:nvPr/>
        </p:nvSpPr>
        <p:spPr>
          <a:xfrm>
            <a:off x="936769" y="0"/>
            <a:ext cx="2002374" cy="2503714"/>
          </a:xfrm>
          <a:prstGeom prst="rect">
            <a:avLst/>
          </a:prstGeom>
          <a:solidFill>
            <a:srgbClr val="F54A0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 Placeholder 11">
            <a:extLst>
              <a:ext uri="{FF2B5EF4-FFF2-40B4-BE49-F238E27FC236}">
                <a16:creationId xmlns:a16="http://schemas.microsoft.com/office/drawing/2014/main" id="{F4CEA382-9FCF-D552-B744-90D4FF67FF5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60469" y="1514485"/>
            <a:ext cx="1554974" cy="650691"/>
          </a:xfrm>
        </p:spPr>
        <p:txBody>
          <a:bodyPr wrap="square" anchor="t">
            <a:spAutoFit/>
          </a:bodyPr>
          <a:lstStyle>
            <a:lvl1pPr marL="0" indent="0" algn="ctr">
              <a:spcBef>
                <a:spcPts val="0"/>
              </a:spcBef>
              <a:buNone/>
              <a:defRPr sz="3600" b="1" i="0" spc="50" baseline="0">
                <a:solidFill>
                  <a:schemeClr val="bg1"/>
                </a:solidFill>
                <a:latin typeface="+mn-lt"/>
                <a:ea typeface="Arial SemiBold" panose="02000503000000020004" pitchFamily="2" charset="0"/>
              </a:defRPr>
            </a:lvl1pPr>
            <a:lvl2pPr>
              <a:defRPr b="0" i="0">
                <a:latin typeface="Poppins" panose="020B0503030300000000" pitchFamily="34" charset="0"/>
              </a:defRPr>
            </a:lvl2pPr>
            <a:lvl3pPr>
              <a:defRPr b="0" i="0">
                <a:latin typeface="Poppins" panose="020B0503030300000000" pitchFamily="34" charset="0"/>
              </a:defRPr>
            </a:lvl3pPr>
            <a:lvl4pPr>
              <a:defRPr b="0" i="0">
                <a:latin typeface="Poppins" panose="020B0503030300000000" pitchFamily="34" charset="0"/>
              </a:defRPr>
            </a:lvl4pPr>
            <a:lvl5pPr>
              <a:defRPr b="0" i="0">
                <a:latin typeface="Poppins" panose="020B0503030300000000" pitchFamily="34" charset="0"/>
              </a:defRPr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3133D427-5F4B-DBF5-3C39-963958B64B0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1378496" y="12497410"/>
            <a:ext cx="2116138" cy="2182264"/>
          </a:xfrm>
          <a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 l="1270" r="1270"/>
            </a:stretch>
          </a:blipFill>
        </p:spPr>
        <p:txBody>
          <a:bodyPr/>
          <a:lstStyle>
            <a:lvl1pPr>
              <a:defRPr b="0" i="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2CD6B30-0346-8375-6A09-72BC0EAC087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24385585" cy="1371689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AECFC12-42BF-A229-0C6A-8039982207E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4385584" cy="13716891"/>
          </a:xfrm>
          <a:prstGeom prst="rect">
            <a:avLst/>
          </a:prstGeom>
        </p:spPr>
      </p:pic>
      <p:sp>
        <p:nvSpPr>
          <p:cNvPr id="4" name="Freeform 3">
            <a:extLst>
              <a:ext uri="{FF2B5EF4-FFF2-40B4-BE49-F238E27FC236}">
                <a16:creationId xmlns:a16="http://schemas.microsoft.com/office/drawing/2014/main" id="{4DBBBB45-1E5E-BC19-1A50-E16F3DA70BA1}"/>
              </a:ext>
            </a:extLst>
          </p:cNvPr>
          <p:cNvSpPr/>
          <p:nvPr userDrawn="1"/>
        </p:nvSpPr>
        <p:spPr>
          <a:xfrm>
            <a:off x="14251867" y="-891"/>
            <a:ext cx="22140969" cy="13716000"/>
          </a:xfrm>
          <a:custGeom>
            <a:avLst/>
            <a:gdLst>
              <a:gd name="connsiteX0" fmla="*/ 22140965 w 22140969"/>
              <a:gd name="connsiteY0" fmla="*/ 285 h 13716000"/>
              <a:gd name="connsiteX1" fmla="*/ 22140969 w 22140969"/>
              <a:gd name="connsiteY1" fmla="*/ 285 h 13716000"/>
              <a:gd name="connsiteX2" fmla="*/ 22140969 w 22140969"/>
              <a:gd name="connsiteY2" fmla="*/ 13716000 h 13716000"/>
              <a:gd name="connsiteX3" fmla="*/ 22140965 w 22140969"/>
              <a:gd name="connsiteY3" fmla="*/ 13716000 h 13716000"/>
              <a:gd name="connsiteX4" fmla="*/ 3946305 w 22140969"/>
              <a:gd name="connsiteY4" fmla="*/ 0 h 13716000"/>
              <a:gd name="connsiteX5" fmla="*/ 8019539 w 22140969"/>
              <a:gd name="connsiteY5" fmla="*/ 0 h 13716000"/>
              <a:gd name="connsiteX6" fmla="*/ 8019539 w 22140969"/>
              <a:gd name="connsiteY6" fmla="*/ 285 h 13716000"/>
              <a:gd name="connsiteX7" fmla="*/ 10133713 w 22140969"/>
              <a:gd name="connsiteY7" fmla="*/ 285 h 13716000"/>
              <a:gd name="connsiteX8" fmla="*/ 10133713 w 22140969"/>
              <a:gd name="connsiteY8" fmla="*/ 13716000 h 13716000"/>
              <a:gd name="connsiteX9" fmla="*/ 3780165 w 22140969"/>
              <a:gd name="connsiteY9" fmla="*/ 13716000 h 13716000"/>
              <a:gd name="connsiteX10" fmla="*/ 3471725 w 22140969"/>
              <a:gd name="connsiteY10" fmla="*/ 13514003 h 13716000"/>
              <a:gd name="connsiteX11" fmla="*/ 145 w 22140969"/>
              <a:gd name="connsiteY11" fmla="*/ 6859829 h 13716000"/>
              <a:gd name="connsiteX12" fmla="*/ 3875581 w 22140969"/>
              <a:gd name="connsiteY12" fmla="*/ 40474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2140969" h="13716000">
                <a:moveTo>
                  <a:pt x="22140965" y="285"/>
                </a:moveTo>
                <a:lnTo>
                  <a:pt x="22140969" y="285"/>
                </a:lnTo>
                <a:lnTo>
                  <a:pt x="22140969" y="13716000"/>
                </a:lnTo>
                <a:lnTo>
                  <a:pt x="22140965" y="13716000"/>
                </a:lnTo>
                <a:close/>
                <a:moveTo>
                  <a:pt x="3946305" y="0"/>
                </a:moveTo>
                <a:lnTo>
                  <a:pt x="8019539" y="0"/>
                </a:lnTo>
                <a:lnTo>
                  <a:pt x="8019539" y="285"/>
                </a:lnTo>
                <a:lnTo>
                  <a:pt x="10133713" y="285"/>
                </a:lnTo>
                <a:lnTo>
                  <a:pt x="10133713" y="13716000"/>
                </a:lnTo>
                <a:lnTo>
                  <a:pt x="3780165" y="13716000"/>
                </a:lnTo>
                <a:lnTo>
                  <a:pt x="3471725" y="13514003"/>
                </a:lnTo>
                <a:cubicBezTo>
                  <a:pt x="1360285" y="12057696"/>
                  <a:pt x="-16314" y="9616266"/>
                  <a:pt x="145" y="6859829"/>
                </a:cubicBezTo>
                <a:cubicBezTo>
                  <a:pt x="17427" y="3965570"/>
                  <a:pt x="1566299" y="1436922"/>
                  <a:pt x="3875581" y="4047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6CAADD-62B7-DEF9-7657-434AB7E4801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2579669">
            <a:off x="9271711" y="-1682268"/>
            <a:ext cx="16472468" cy="170787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ED951F4-83F8-31DB-B7B1-97E1A7C12785}"/>
              </a:ext>
            </a:extLst>
          </p:cNvPr>
          <p:cNvSpPr txBox="1"/>
          <p:nvPr userDrawn="1"/>
        </p:nvSpPr>
        <p:spPr>
          <a:xfrm>
            <a:off x="915836" y="12566165"/>
            <a:ext cx="6200162" cy="2769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Neudesic, an IBM company © 2024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A9C5FAE-70F8-CA4F-E9AF-3660F7DF4888}"/>
              </a:ext>
            </a:extLst>
          </p:cNvPr>
          <p:cNvSpPr/>
          <p:nvPr userDrawn="1"/>
        </p:nvSpPr>
        <p:spPr>
          <a:xfrm>
            <a:off x="936769" y="0"/>
            <a:ext cx="2002374" cy="2503714"/>
          </a:xfrm>
          <a:prstGeom prst="rect">
            <a:avLst/>
          </a:prstGeom>
          <a:solidFill>
            <a:srgbClr val="F54A0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308283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divider slide 2">
    <p:bg>
      <p:bgPr>
        <a:solidFill>
          <a:srgbClr val="172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4747B68-D47A-159F-62D4-D496FD6FA2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27682"/>
            <a:ext cx="24385587" cy="137168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F415CB6-AF69-721A-1D6B-C92BBF4236A3}"/>
              </a:ext>
            </a:extLst>
          </p:cNvPr>
          <p:cNvSpPr txBox="1"/>
          <p:nvPr/>
        </p:nvSpPr>
        <p:spPr>
          <a:xfrm>
            <a:off x="915836" y="12566165"/>
            <a:ext cx="6200162" cy="2769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Neudesic, an IBM company © 2024</a:t>
            </a:r>
          </a:p>
        </p:txBody>
      </p:sp>
      <p:pic>
        <p:nvPicPr>
          <p:cNvPr id="9" name="Picture 7">
            <a:extLst>
              <a:ext uri="{FF2B5EF4-FFF2-40B4-BE49-F238E27FC236}">
                <a16:creationId xmlns:a16="http://schemas.microsoft.com/office/drawing/2014/main" id="{9ABC614C-6694-46FA-F800-C544B94AC1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21355050" y="12497827"/>
            <a:ext cx="2116138" cy="520362"/>
          </a:xfrm>
          <a:prstGeom prst="rect">
            <a:avLst/>
          </a:prstGeom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1E011E1D-508F-6EAA-DC44-4031A23B0F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6770" y="6295192"/>
            <a:ext cx="18563342" cy="1231106"/>
          </a:xfrm>
          <a:prstGeom prst="rect">
            <a:avLst/>
          </a:prstGeom>
        </p:spPr>
        <p:txBody>
          <a:bodyPr vert="horz" wrap="square" lIns="0" tIns="0" rIns="0" bIns="91440" rtlCol="0" anchor="t">
            <a:spAutoFit/>
          </a:bodyPr>
          <a:lstStyle>
            <a:lvl1pPr algn="l">
              <a:defRPr sz="8000">
                <a:solidFill>
                  <a:schemeClr val="accent4"/>
                </a:solidFill>
              </a:defRPr>
            </a:lvl1pPr>
          </a:lstStyle>
          <a:p>
            <a:r>
              <a:rPr lang="en-US"/>
              <a:t>Section divider goes here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C806D9FA-52BC-6E7E-06B5-892B41297F4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36769" y="5339499"/>
            <a:ext cx="8007931" cy="650691"/>
          </a:xfrm>
        </p:spPr>
        <p:txBody>
          <a:bodyPr wrap="square" anchor="t">
            <a:spAutoFit/>
          </a:bodyPr>
          <a:lstStyle>
            <a:lvl1pPr marL="0" indent="0" algn="l">
              <a:spcBef>
                <a:spcPts val="0"/>
              </a:spcBef>
              <a:buNone/>
              <a:defRPr sz="3600" b="1" i="0" spc="50" baseline="0">
                <a:solidFill>
                  <a:srgbClr val="F54A05"/>
                </a:solidFill>
                <a:latin typeface="+mn-lt"/>
                <a:ea typeface="Arial SemiBold" panose="02000503000000020004" pitchFamily="2" charset="0"/>
              </a:defRPr>
            </a:lvl1pPr>
            <a:lvl2pPr>
              <a:defRPr b="0" i="0">
                <a:latin typeface="Poppins" panose="020B0503030300000000" pitchFamily="34" charset="0"/>
              </a:defRPr>
            </a:lvl2pPr>
            <a:lvl3pPr>
              <a:defRPr b="0" i="0">
                <a:latin typeface="Poppins" panose="020B0503030300000000" pitchFamily="34" charset="0"/>
              </a:defRPr>
            </a:lvl3pPr>
            <a:lvl4pPr>
              <a:defRPr b="0" i="0">
                <a:latin typeface="Poppins" panose="020B0503030300000000" pitchFamily="34" charset="0"/>
              </a:defRPr>
            </a:lvl4pPr>
            <a:lvl5pPr>
              <a:defRPr b="0" i="0">
                <a:latin typeface="Poppins" panose="020B0503030300000000" pitchFamily="34" charset="0"/>
              </a:defRPr>
            </a:lvl5pPr>
          </a:lstStyle>
          <a:p>
            <a:pPr lvl="0"/>
            <a:r>
              <a:rPr lang="en-US"/>
              <a:t>SUBHEADER GOES HERE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30AD0C-7C77-3248-8DFF-B165C977BDF0}"/>
              </a:ext>
            </a:extLst>
          </p:cNvPr>
          <p:cNvSpPr/>
          <p:nvPr/>
        </p:nvSpPr>
        <p:spPr>
          <a:xfrm>
            <a:off x="936769" y="0"/>
            <a:ext cx="2002374" cy="2503714"/>
          </a:xfrm>
          <a:prstGeom prst="rect">
            <a:avLst/>
          </a:prstGeom>
          <a:solidFill>
            <a:srgbClr val="F54A0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8FF55744-EBB1-01ED-D9CF-798A1FD01B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60469" y="1514485"/>
            <a:ext cx="1554974" cy="650691"/>
          </a:xfrm>
        </p:spPr>
        <p:txBody>
          <a:bodyPr wrap="square" anchor="t">
            <a:spAutoFit/>
          </a:bodyPr>
          <a:lstStyle>
            <a:lvl1pPr marL="0" indent="0" algn="ctr">
              <a:spcBef>
                <a:spcPts val="0"/>
              </a:spcBef>
              <a:buNone/>
              <a:defRPr sz="3600" b="1" i="0" spc="50" baseline="0">
                <a:solidFill>
                  <a:schemeClr val="bg1"/>
                </a:solidFill>
                <a:latin typeface="+mn-lt"/>
                <a:ea typeface="Arial SemiBold" panose="02000503000000020004" pitchFamily="2" charset="0"/>
              </a:defRPr>
            </a:lvl1pPr>
            <a:lvl2pPr>
              <a:defRPr b="0" i="0">
                <a:latin typeface="Poppins" panose="020B0503030300000000" pitchFamily="34" charset="0"/>
              </a:defRPr>
            </a:lvl2pPr>
            <a:lvl3pPr>
              <a:defRPr b="0" i="0">
                <a:latin typeface="Poppins" panose="020B0503030300000000" pitchFamily="34" charset="0"/>
              </a:defRPr>
            </a:lvl3pPr>
            <a:lvl4pPr>
              <a:defRPr b="0" i="0">
                <a:latin typeface="Poppins" panose="020B0503030300000000" pitchFamily="34" charset="0"/>
              </a:defRPr>
            </a:lvl4pPr>
            <a:lvl5pPr>
              <a:defRPr b="0" i="0">
                <a:latin typeface="Poppins" panose="020B0503030300000000" pitchFamily="34" charset="0"/>
              </a:defRPr>
            </a:lvl5pPr>
          </a:lstStyle>
          <a:p>
            <a:pPr lvl="0"/>
            <a:r>
              <a:rPr lang="en-US"/>
              <a:t>01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4AA3933-73AB-35B6-8EDF-AE1B094A304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27682"/>
            <a:ext cx="24385587" cy="1371689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92342D8-2AC8-A108-601C-1BFE1D2CEF1B}"/>
              </a:ext>
            </a:extLst>
          </p:cNvPr>
          <p:cNvSpPr txBox="1"/>
          <p:nvPr userDrawn="1"/>
        </p:nvSpPr>
        <p:spPr>
          <a:xfrm>
            <a:off x="915836" y="12566165"/>
            <a:ext cx="6200162" cy="2769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Neudesic, an IBM company © 2024</a:t>
            </a: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DDC56E67-5341-F440-D482-1D027529E95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21355050" y="12497827"/>
            <a:ext cx="2116138" cy="52036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B5B4792-4028-19AC-38B2-EC34A933333F}"/>
              </a:ext>
            </a:extLst>
          </p:cNvPr>
          <p:cNvSpPr/>
          <p:nvPr userDrawn="1"/>
        </p:nvSpPr>
        <p:spPr>
          <a:xfrm>
            <a:off x="936769" y="0"/>
            <a:ext cx="2002374" cy="2503714"/>
          </a:xfrm>
          <a:prstGeom prst="rect">
            <a:avLst/>
          </a:prstGeom>
          <a:solidFill>
            <a:srgbClr val="F54A0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913415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tatement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e and black background&#10;&#10;Description automatically generated">
            <a:extLst>
              <a:ext uri="{FF2B5EF4-FFF2-40B4-BE49-F238E27FC236}">
                <a16:creationId xmlns:a16="http://schemas.microsoft.com/office/drawing/2014/main" id="{48E9533C-C4A4-FF70-7BBA-0BA79EFA109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9841832"/>
            <a:ext cx="24387175" cy="386290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4747B68-D47A-159F-62D4-D496FD6FA2F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4340508" cy="48985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1821DD9-4A34-44F4-57BF-6553F4A5510C}"/>
              </a:ext>
            </a:extLst>
          </p:cNvPr>
          <p:cNvSpPr txBox="1"/>
          <p:nvPr/>
        </p:nvSpPr>
        <p:spPr>
          <a:xfrm>
            <a:off x="915836" y="12566165"/>
            <a:ext cx="6200162" cy="2769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Neudesic, an IBM company © 2024</a:t>
            </a:r>
          </a:p>
        </p:txBody>
      </p:sp>
      <p:pic>
        <p:nvPicPr>
          <p:cNvPr id="11" name="Picture 7">
            <a:extLst>
              <a:ext uri="{FF2B5EF4-FFF2-40B4-BE49-F238E27FC236}">
                <a16:creationId xmlns:a16="http://schemas.microsoft.com/office/drawing/2014/main" id="{19C8514B-19DA-CA2A-D56A-BBD04ED252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1355050" y="12497827"/>
            <a:ext cx="2116138" cy="520362"/>
          </a:xfrm>
          <a:prstGeom prst="rect">
            <a:avLst/>
          </a:prstGeom>
        </p:spPr>
      </p:pic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271A8FC4-91F9-A979-D6EB-B672598924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5836" y="5339364"/>
            <a:ext cx="18563342" cy="2339102"/>
          </a:xfrm>
          <a:prstGeom prst="rect">
            <a:avLst/>
          </a:prstGeom>
        </p:spPr>
        <p:txBody>
          <a:bodyPr vert="horz" wrap="square" lIns="0" tIns="0" rIns="0" bIns="91440" rtlCol="0" anchor="t">
            <a:spAutoFit/>
          </a:bodyPr>
          <a:lstStyle>
            <a:lvl1pPr algn="l">
              <a:defRPr sz="8000">
                <a:solidFill>
                  <a:schemeClr val="accent4"/>
                </a:solidFill>
              </a:defRPr>
            </a:lvl1pPr>
          </a:lstStyle>
          <a:p>
            <a:r>
              <a:rPr lang="en-US"/>
              <a:t>This is a statement slide and it can be one line or multiple lines.</a:t>
            </a:r>
          </a:p>
        </p:txBody>
      </p:sp>
      <p:pic>
        <p:nvPicPr>
          <p:cNvPr id="2" name="Picture 1" descr="A blue and black background&#10;&#10;Description automatically generated">
            <a:extLst>
              <a:ext uri="{FF2B5EF4-FFF2-40B4-BE49-F238E27FC236}">
                <a16:creationId xmlns:a16="http://schemas.microsoft.com/office/drawing/2014/main" id="{AC9CEBBC-5EBA-959C-6FD7-68B3A1DF030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9841832"/>
            <a:ext cx="24387175" cy="386290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58E6BE5-2B81-7792-ED15-8EBE08A7018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4340508" cy="489857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25E6C1B-7599-28B7-D405-73F56653A746}"/>
              </a:ext>
            </a:extLst>
          </p:cNvPr>
          <p:cNvSpPr txBox="1"/>
          <p:nvPr userDrawn="1"/>
        </p:nvSpPr>
        <p:spPr>
          <a:xfrm>
            <a:off x="915836" y="12566165"/>
            <a:ext cx="6200162" cy="2769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Neudesic, an IBM company © 2024</a:t>
            </a:r>
          </a:p>
        </p:txBody>
      </p:sp>
      <p:pic>
        <p:nvPicPr>
          <p:cNvPr id="9" name="Picture 7">
            <a:extLst>
              <a:ext uri="{FF2B5EF4-FFF2-40B4-BE49-F238E27FC236}">
                <a16:creationId xmlns:a16="http://schemas.microsoft.com/office/drawing/2014/main" id="{F75D94CB-4D01-810A-D9A4-06FC374254A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1355050" y="12497827"/>
            <a:ext cx="2116138" cy="520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420360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Header with tex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e and black background&#10;&#10;Description automatically generated">
            <a:extLst>
              <a:ext uri="{FF2B5EF4-FFF2-40B4-BE49-F238E27FC236}">
                <a16:creationId xmlns:a16="http://schemas.microsoft.com/office/drawing/2014/main" id="{48E9533C-C4A4-FF70-7BBA-0BA79EFA109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9841832"/>
            <a:ext cx="24387175" cy="386290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4747B68-D47A-159F-62D4-D496FD6FA2F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4340508" cy="48985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1821DD9-4A34-44F4-57BF-6553F4A5510C}"/>
              </a:ext>
            </a:extLst>
          </p:cNvPr>
          <p:cNvSpPr txBox="1"/>
          <p:nvPr/>
        </p:nvSpPr>
        <p:spPr>
          <a:xfrm>
            <a:off x="915836" y="12566165"/>
            <a:ext cx="6200162" cy="2769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Neudesic, an IBM company © 2024</a:t>
            </a:r>
          </a:p>
        </p:txBody>
      </p:sp>
      <p:pic>
        <p:nvPicPr>
          <p:cNvPr id="11" name="Picture 7">
            <a:extLst>
              <a:ext uri="{FF2B5EF4-FFF2-40B4-BE49-F238E27FC236}">
                <a16:creationId xmlns:a16="http://schemas.microsoft.com/office/drawing/2014/main" id="{19C8514B-19DA-CA2A-D56A-BBD04ED252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1355050" y="12497827"/>
            <a:ext cx="2116138" cy="520362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DC3F91-F649-1786-96C6-5C3E6E466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6769" y="914400"/>
            <a:ext cx="22529804" cy="1006429"/>
          </a:xfrm>
          <a:prstGeom prst="rect">
            <a:avLst/>
          </a:prstGeom>
        </p:spPr>
        <p:txBody>
          <a:bodyPr vert="horz" wrap="square" lIns="0" tIns="0" rIns="0" bIns="91440" rtlCol="0" anchor="t">
            <a:spAutoFit/>
          </a:bodyPr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Header goes here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A95ACB5B-CF3F-DB3C-5699-99FE0048A6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36625" y="4603312"/>
            <a:ext cx="22534563" cy="2951962"/>
          </a:xfrm>
        </p:spPr>
        <p:txBody>
          <a:bodyPr/>
          <a:lstStyle>
            <a:lvl1pPr>
              <a:buClr>
                <a:schemeClr val="accent5"/>
              </a:buClr>
              <a:buSzPct val="80000"/>
              <a:defRPr b="0" i="0">
                <a:solidFill>
                  <a:schemeClr val="bg1"/>
                </a:solidFill>
                <a:latin typeface="+mn-lt"/>
              </a:defRPr>
            </a:lvl1pPr>
            <a:lvl2pPr>
              <a:buClr>
                <a:schemeClr val="accent5"/>
              </a:buClr>
              <a:buSzPct val="80000"/>
              <a:defRPr b="0" i="0">
                <a:solidFill>
                  <a:schemeClr val="bg1"/>
                </a:solidFill>
                <a:latin typeface="+mn-lt"/>
              </a:defRPr>
            </a:lvl2pPr>
            <a:lvl3pPr>
              <a:buClr>
                <a:schemeClr val="accent5"/>
              </a:buClr>
              <a:buSzPct val="80000"/>
              <a:defRPr b="0" i="0">
                <a:solidFill>
                  <a:schemeClr val="bg1"/>
                </a:solidFill>
                <a:latin typeface="+mn-lt"/>
              </a:defRPr>
            </a:lvl3pPr>
            <a:lvl4pPr>
              <a:buClr>
                <a:schemeClr val="accent5"/>
              </a:buClr>
              <a:buSzPct val="80000"/>
              <a:defRPr b="0" i="0">
                <a:solidFill>
                  <a:schemeClr val="bg1"/>
                </a:solidFill>
                <a:latin typeface="+mn-lt"/>
              </a:defRPr>
            </a:lvl4pPr>
            <a:lvl5pPr>
              <a:buClr>
                <a:schemeClr val="accent5"/>
              </a:buClr>
              <a:buSzPct val="80000"/>
              <a:defRPr b="0" i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3">
            <a:extLst>
              <a:ext uri="{FF2B5EF4-FFF2-40B4-BE49-F238E27FC236}">
                <a16:creationId xmlns:a16="http://schemas.microsoft.com/office/drawing/2014/main" id="{17CD03F0-33E3-F2D2-0CAA-1748A41DD84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1384" y="3798691"/>
            <a:ext cx="22529804" cy="430887"/>
          </a:xfr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kumimoji="0" lang="en-US" sz="2800" b="1" u="none" strike="noStrike" cap="none" spc="150" normalizeH="0" baseline="0" smtClean="0">
                <a:ln>
                  <a:noFill/>
                </a:ln>
                <a:solidFill>
                  <a:srgbClr val="F54A05"/>
                </a:solidFill>
                <a:effectLst/>
                <a:uLnTx/>
                <a:uFillTx/>
                <a:latin typeface="+mn-lt"/>
                <a:ea typeface="Arial SemiBold" panose="02000503000000020004" pitchFamily="2" charset="0"/>
              </a:defRPr>
            </a:lvl1pPr>
            <a:lvl2pPr>
              <a:defRPr lang="en-US" sz="1800" smtClean="0">
                <a:solidFill>
                  <a:schemeClr val="tx1"/>
                </a:solidFill>
                <a:latin typeface="+mn-lt"/>
                <a:ea typeface="+mn-ea"/>
              </a:defRPr>
            </a:lvl2pPr>
            <a:lvl3pPr>
              <a:defRPr lang="en-US" sz="1800" smtClean="0">
                <a:solidFill>
                  <a:schemeClr val="tx1"/>
                </a:solidFill>
                <a:latin typeface="+mn-lt"/>
                <a:ea typeface="+mn-ea"/>
              </a:defRPr>
            </a:lvl3pPr>
            <a:lvl4pPr>
              <a:defRPr lang="en-US" sz="1800" smtClean="0">
                <a:solidFill>
                  <a:schemeClr val="tx1"/>
                </a:solidFill>
                <a:latin typeface="+mn-lt"/>
                <a:ea typeface="+mn-ea"/>
              </a:defRPr>
            </a:lvl4pPr>
            <a:lvl5pPr>
              <a:defRPr lang="en-US" sz="18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marR="0" lvl="0" indent="-457200" defTabSz="4572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PARAGRAPH HEADER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F1310D6-1F3F-1BD2-D698-3E3AEE4207E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36770" y="1882839"/>
            <a:ext cx="22529802" cy="795282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None/>
              <a:defRPr lang="en-US" sz="4400" b="0" i="0" dirty="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Open Sans" pitchFamily="2" charset="0"/>
              </a:defRPr>
            </a:lvl1pPr>
          </a:lstStyle>
          <a:p>
            <a:pPr marL="457200" lvl="0" indent="-457200">
              <a:spcBef>
                <a:spcPts val="0"/>
              </a:spcBef>
            </a:pPr>
            <a:r>
              <a:rPr lang="en-US"/>
              <a:t>Subheader goes here</a:t>
            </a:r>
          </a:p>
        </p:txBody>
      </p:sp>
      <p:pic>
        <p:nvPicPr>
          <p:cNvPr id="3" name="Picture 2" descr="A blue and black background&#10;&#10;Description automatically generated">
            <a:extLst>
              <a:ext uri="{FF2B5EF4-FFF2-40B4-BE49-F238E27FC236}">
                <a16:creationId xmlns:a16="http://schemas.microsoft.com/office/drawing/2014/main" id="{D480060F-37C0-A27A-5E6A-88550702E1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9841832"/>
            <a:ext cx="24387175" cy="38629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E8A19A1-520F-0BF2-A596-3117D8684BC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4340508" cy="489857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18F3841-21FC-0F9C-2D41-10EDBD158E26}"/>
              </a:ext>
            </a:extLst>
          </p:cNvPr>
          <p:cNvSpPr txBox="1"/>
          <p:nvPr userDrawn="1"/>
        </p:nvSpPr>
        <p:spPr>
          <a:xfrm>
            <a:off x="915836" y="12566165"/>
            <a:ext cx="6200162" cy="2769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Neudesic, an IBM company © 2024</a:t>
            </a:r>
          </a:p>
        </p:txBody>
      </p:sp>
      <p:pic>
        <p:nvPicPr>
          <p:cNvPr id="13" name="Picture 7">
            <a:extLst>
              <a:ext uri="{FF2B5EF4-FFF2-40B4-BE49-F238E27FC236}">
                <a16:creationId xmlns:a16="http://schemas.microsoft.com/office/drawing/2014/main" id="{4EBDCF79-6688-C17B-146D-DCC79879121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1355050" y="12497827"/>
            <a:ext cx="2116138" cy="520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238652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line header with tex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e and black background&#10;&#10;Description automatically generated">
            <a:extLst>
              <a:ext uri="{FF2B5EF4-FFF2-40B4-BE49-F238E27FC236}">
                <a16:creationId xmlns:a16="http://schemas.microsoft.com/office/drawing/2014/main" id="{48E9533C-C4A4-FF70-7BBA-0BA79EFA109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9841832"/>
            <a:ext cx="24387175" cy="386290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4747B68-D47A-159F-62D4-D496FD6FA2F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4340508" cy="48985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1821DD9-4A34-44F4-57BF-6553F4A5510C}"/>
              </a:ext>
            </a:extLst>
          </p:cNvPr>
          <p:cNvSpPr txBox="1"/>
          <p:nvPr/>
        </p:nvSpPr>
        <p:spPr>
          <a:xfrm>
            <a:off x="915836" y="12566165"/>
            <a:ext cx="6200162" cy="2769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Neudesic, an IBM company © 2024</a:t>
            </a:r>
          </a:p>
        </p:txBody>
      </p:sp>
      <p:pic>
        <p:nvPicPr>
          <p:cNvPr id="11" name="Picture 7">
            <a:extLst>
              <a:ext uri="{FF2B5EF4-FFF2-40B4-BE49-F238E27FC236}">
                <a16:creationId xmlns:a16="http://schemas.microsoft.com/office/drawing/2014/main" id="{19C8514B-19DA-CA2A-D56A-BBD04ED252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1355050" y="12497827"/>
            <a:ext cx="2116138" cy="520362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DC3F91-F649-1786-96C6-5C3E6E466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6769" y="914400"/>
            <a:ext cx="22529804" cy="1946031"/>
          </a:xfrm>
          <a:prstGeom prst="rect">
            <a:avLst/>
          </a:prstGeom>
        </p:spPr>
        <p:txBody>
          <a:bodyPr vert="horz" wrap="square" lIns="0" tIns="0" rIns="0" bIns="91440" rtlCol="0" anchor="t">
            <a:noAutofit/>
          </a:bodyPr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Header goes here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A95ACB5B-CF3F-DB3C-5699-99FE0048A6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36625" y="5585962"/>
            <a:ext cx="22534563" cy="2951962"/>
          </a:xfrm>
        </p:spPr>
        <p:txBody>
          <a:bodyPr/>
          <a:lstStyle>
            <a:lvl1pPr>
              <a:buClr>
                <a:schemeClr val="accent5"/>
              </a:buClr>
              <a:buSzPct val="80000"/>
              <a:defRPr b="0" i="0">
                <a:solidFill>
                  <a:schemeClr val="bg1"/>
                </a:solidFill>
                <a:latin typeface="+mn-lt"/>
              </a:defRPr>
            </a:lvl1pPr>
            <a:lvl2pPr>
              <a:buClr>
                <a:schemeClr val="accent5"/>
              </a:buClr>
              <a:buSzPct val="80000"/>
              <a:defRPr b="0" i="0">
                <a:solidFill>
                  <a:schemeClr val="bg1"/>
                </a:solidFill>
                <a:latin typeface="+mn-lt"/>
              </a:defRPr>
            </a:lvl2pPr>
            <a:lvl3pPr>
              <a:buClr>
                <a:schemeClr val="accent5"/>
              </a:buClr>
              <a:buSzPct val="80000"/>
              <a:defRPr b="0" i="0">
                <a:solidFill>
                  <a:schemeClr val="bg1"/>
                </a:solidFill>
                <a:latin typeface="+mn-lt"/>
              </a:defRPr>
            </a:lvl3pPr>
            <a:lvl4pPr>
              <a:buClr>
                <a:schemeClr val="accent5"/>
              </a:buClr>
              <a:buSzPct val="80000"/>
              <a:defRPr b="0" i="0">
                <a:solidFill>
                  <a:schemeClr val="bg1"/>
                </a:solidFill>
                <a:latin typeface="+mn-lt"/>
              </a:defRPr>
            </a:lvl4pPr>
            <a:lvl5pPr>
              <a:buClr>
                <a:schemeClr val="accent5"/>
              </a:buClr>
              <a:buSzPct val="80000"/>
              <a:defRPr b="0" i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3">
            <a:extLst>
              <a:ext uri="{FF2B5EF4-FFF2-40B4-BE49-F238E27FC236}">
                <a16:creationId xmlns:a16="http://schemas.microsoft.com/office/drawing/2014/main" id="{17CD03F0-33E3-F2D2-0CAA-1748A41DD84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1384" y="4781341"/>
            <a:ext cx="22529804" cy="430887"/>
          </a:xfr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kumimoji="0" lang="en-US" sz="2800" b="1" u="none" strike="noStrike" cap="none" spc="150" normalizeH="0" baseline="0" smtClean="0">
                <a:ln>
                  <a:noFill/>
                </a:ln>
                <a:solidFill>
                  <a:srgbClr val="F54A05"/>
                </a:solidFill>
                <a:effectLst/>
                <a:uLnTx/>
                <a:uFillTx/>
                <a:latin typeface="+mn-lt"/>
                <a:ea typeface="Arial SemiBold" panose="02000503000000020004" pitchFamily="2" charset="0"/>
              </a:defRPr>
            </a:lvl1pPr>
            <a:lvl2pPr>
              <a:defRPr lang="en-US" sz="1800" smtClean="0">
                <a:solidFill>
                  <a:schemeClr val="tx1"/>
                </a:solidFill>
                <a:latin typeface="+mn-lt"/>
                <a:ea typeface="+mn-ea"/>
              </a:defRPr>
            </a:lvl2pPr>
            <a:lvl3pPr>
              <a:defRPr lang="en-US" sz="1800" smtClean="0">
                <a:solidFill>
                  <a:schemeClr val="tx1"/>
                </a:solidFill>
                <a:latin typeface="+mn-lt"/>
                <a:ea typeface="+mn-ea"/>
              </a:defRPr>
            </a:lvl3pPr>
            <a:lvl4pPr>
              <a:defRPr lang="en-US" sz="1800" smtClean="0">
                <a:solidFill>
                  <a:schemeClr val="tx1"/>
                </a:solidFill>
                <a:latin typeface="+mn-lt"/>
                <a:ea typeface="+mn-ea"/>
              </a:defRPr>
            </a:lvl4pPr>
            <a:lvl5pPr>
              <a:defRPr lang="en-US" sz="18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marR="0" lvl="0" indent="-457200" defTabSz="4572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PARAGRAPH HEADER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F1310D6-1F3F-1BD2-D698-3E3AEE4207E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36770" y="2842043"/>
            <a:ext cx="22529802" cy="795282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None/>
              <a:defRPr lang="en-US" sz="4400" b="0" i="0" dirty="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Open Sans" pitchFamily="2" charset="0"/>
              </a:defRPr>
            </a:lvl1pPr>
          </a:lstStyle>
          <a:p>
            <a:pPr marL="457200" lvl="0" indent="-457200">
              <a:spcBef>
                <a:spcPts val="0"/>
              </a:spcBef>
            </a:pPr>
            <a:r>
              <a:rPr lang="en-US"/>
              <a:t>Subheader goes here</a:t>
            </a:r>
          </a:p>
        </p:txBody>
      </p:sp>
      <p:pic>
        <p:nvPicPr>
          <p:cNvPr id="3" name="Picture 2" descr="A blue and black background&#10;&#10;Description automatically generated">
            <a:extLst>
              <a:ext uri="{FF2B5EF4-FFF2-40B4-BE49-F238E27FC236}">
                <a16:creationId xmlns:a16="http://schemas.microsoft.com/office/drawing/2014/main" id="{A87A31CE-3571-73E1-BBC4-DBC92AFD5D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9841832"/>
            <a:ext cx="24387175" cy="38629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7165F3B-DE2B-CF30-AFAB-FF14B60795B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4340508" cy="489857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92E772D-2B69-B3E4-89E6-C668BC6C8136}"/>
              </a:ext>
            </a:extLst>
          </p:cNvPr>
          <p:cNvSpPr txBox="1"/>
          <p:nvPr userDrawn="1"/>
        </p:nvSpPr>
        <p:spPr>
          <a:xfrm>
            <a:off x="915836" y="12566165"/>
            <a:ext cx="6200162" cy="2769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Neudesic, an IBM company © 2024</a:t>
            </a:r>
          </a:p>
        </p:txBody>
      </p:sp>
      <p:pic>
        <p:nvPicPr>
          <p:cNvPr id="13" name="Picture 7">
            <a:extLst>
              <a:ext uri="{FF2B5EF4-FFF2-40B4-BE49-F238E27FC236}">
                <a16:creationId xmlns:a16="http://schemas.microsoft.com/office/drawing/2014/main" id="{4311FA65-DF03-04F7-71E9-49B1C129B2A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1355050" y="12497827"/>
            <a:ext cx="2116138" cy="520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525396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Header with horizontal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e and black background&#10;&#10;Description automatically generated">
            <a:extLst>
              <a:ext uri="{FF2B5EF4-FFF2-40B4-BE49-F238E27FC236}">
                <a16:creationId xmlns:a16="http://schemas.microsoft.com/office/drawing/2014/main" id="{48E9533C-C4A4-FF70-7BBA-0BA79EFA109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9841832"/>
            <a:ext cx="24387175" cy="386290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4747B68-D47A-159F-62D4-D496FD6FA2F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4340508" cy="48985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1821DD9-4A34-44F4-57BF-6553F4A5510C}"/>
              </a:ext>
            </a:extLst>
          </p:cNvPr>
          <p:cNvSpPr txBox="1"/>
          <p:nvPr/>
        </p:nvSpPr>
        <p:spPr>
          <a:xfrm>
            <a:off x="915836" y="12566165"/>
            <a:ext cx="6200162" cy="2769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Neudesic, an IBM company © 2024</a:t>
            </a:r>
          </a:p>
        </p:txBody>
      </p:sp>
      <p:pic>
        <p:nvPicPr>
          <p:cNvPr id="11" name="Picture 7">
            <a:extLst>
              <a:ext uri="{FF2B5EF4-FFF2-40B4-BE49-F238E27FC236}">
                <a16:creationId xmlns:a16="http://schemas.microsoft.com/office/drawing/2014/main" id="{19C8514B-19DA-CA2A-D56A-BBD04ED252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1355050" y="12497827"/>
            <a:ext cx="2116138" cy="520362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DC3F91-F649-1786-96C6-5C3E6E466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6769" y="914400"/>
            <a:ext cx="22534419" cy="1006429"/>
          </a:xfrm>
          <a:prstGeom prst="rect">
            <a:avLst/>
          </a:prstGeom>
        </p:spPr>
        <p:txBody>
          <a:bodyPr vert="horz" wrap="square" lIns="0" tIns="0" rIns="0" bIns="91440" rtlCol="0" anchor="t">
            <a:spAutoFit/>
          </a:bodyPr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Header goes here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98C35F8-FD94-F789-0A04-1CFCEB9128E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36625" y="3367088"/>
            <a:ext cx="22534563" cy="8269170"/>
          </a:xfrm>
          <a:prstGeom prst="roundRect">
            <a:avLst>
              <a:gd name="adj" fmla="val 1839"/>
            </a:avLst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+mn-lt"/>
              </a:defRPr>
            </a:lvl1pPr>
          </a:lstStyle>
          <a:p>
            <a:r>
              <a:rPr lang="en-US"/>
              <a:t>Insert picture here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7CE99E38-C5E1-373C-C794-9937CA7BBB9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36770" y="1882839"/>
            <a:ext cx="22534417" cy="795282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None/>
              <a:defRPr lang="en-US" sz="4400" b="0" i="0" dirty="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Open Sans" pitchFamily="2" charset="0"/>
              </a:defRPr>
            </a:lvl1pPr>
          </a:lstStyle>
          <a:p>
            <a:pPr marL="457200" lvl="0" indent="-457200">
              <a:spcBef>
                <a:spcPts val="0"/>
              </a:spcBef>
            </a:pPr>
            <a:r>
              <a:rPr lang="en-US"/>
              <a:t>Subheader goes here</a:t>
            </a:r>
          </a:p>
        </p:txBody>
      </p:sp>
      <p:pic>
        <p:nvPicPr>
          <p:cNvPr id="3" name="Picture 2" descr="A blue and black background&#10;&#10;Description automatically generated">
            <a:extLst>
              <a:ext uri="{FF2B5EF4-FFF2-40B4-BE49-F238E27FC236}">
                <a16:creationId xmlns:a16="http://schemas.microsoft.com/office/drawing/2014/main" id="{F62A9272-1358-FB66-3C34-C17B759EE48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9841832"/>
            <a:ext cx="24387175" cy="38629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6134586-38E6-68FF-BEE2-7D79D937AA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4340508" cy="489857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20A6BD3-2CE9-9CF8-E8CA-6942AB0C789B}"/>
              </a:ext>
            </a:extLst>
          </p:cNvPr>
          <p:cNvSpPr txBox="1"/>
          <p:nvPr userDrawn="1"/>
        </p:nvSpPr>
        <p:spPr>
          <a:xfrm>
            <a:off x="915836" y="12566165"/>
            <a:ext cx="6200162" cy="2769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Neudesic, an IBM company © 2024</a:t>
            </a:r>
          </a:p>
        </p:txBody>
      </p:sp>
      <p:pic>
        <p:nvPicPr>
          <p:cNvPr id="12" name="Picture 7">
            <a:extLst>
              <a:ext uri="{FF2B5EF4-FFF2-40B4-BE49-F238E27FC236}">
                <a16:creationId xmlns:a16="http://schemas.microsoft.com/office/drawing/2014/main" id="{47D569FF-D0BA-46D8-62B9-5252DA11320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1355050" y="12497827"/>
            <a:ext cx="2116138" cy="520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436511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Header with 3 column boxe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5563AEF-35BE-9EDF-F5C5-DF54EE24558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24385585" cy="13716891"/>
          </a:xfrm>
          <a:prstGeom prst="rect">
            <a:avLst/>
          </a:prstGeom>
        </p:spPr>
      </p:pic>
      <p:pic>
        <p:nvPicPr>
          <p:cNvPr id="22" name="Picture 21" descr="A blue and black background&#10;&#10;Description automatically generated">
            <a:extLst>
              <a:ext uri="{FF2B5EF4-FFF2-40B4-BE49-F238E27FC236}">
                <a16:creationId xmlns:a16="http://schemas.microsoft.com/office/drawing/2014/main" id="{8BC3AAE9-3B0F-D2E9-A3AE-E688616859F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9841832"/>
            <a:ext cx="24387175" cy="3862901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98E8F90-112D-30D0-AA20-7518DA4A0192}"/>
              </a:ext>
            </a:extLst>
          </p:cNvPr>
          <p:cNvSpPr/>
          <p:nvPr/>
        </p:nvSpPr>
        <p:spPr>
          <a:xfrm>
            <a:off x="916133" y="3727939"/>
            <a:ext cx="7258728" cy="7389240"/>
          </a:xfrm>
          <a:prstGeom prst="roundRect">
            <a:avLst>
              <a:gd name="adj" fmla="val 13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67A8A41-6D6A-76E7-1A09-15C5801996B0}"/>
              </a:ext>
            </a:extLst>
          </p:cNvPr>
          <p:cNvSpPr/>
          <p:nvPr/>
        </p:nvSpPr>
        <p:spPr>
          <a:xfrm>
            <a:off x="16212315" y="3727939"/>
            <a:ext cx="7258728" cy="7389240"/>
          </a:xfrm>
          <a:prstGeom prst="roundRect">
            <a:avLst>
              <a:gd name="adj" fmla="val 16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CBDADF9-971B-F3D5-E3E9-D1DD9371145D}"/>
              </a:ext>
            </a:extLst>
          </p:cNvPr>
          <p:cNvSpPr/>
          <p:nvPr/>
        </p:nvSpPr>
        <p:spPr>
          <a:xfrm>
            <a:off x="8564606" y="3727939"/>
            <a:ext cx="7258728" cy="7389240"/>
          </a:xfrm>
          <a:prstGeom prst="roundRect">
            <a:avLst>
              <a:gd name="adj" fmla="val 13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80AF14-05F6-D4C3-A5B2-A8CF7A5ECB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6769" y="914400"/>
            <a:ext cx="22534274" cy="1006429"/>
          </a:xfrm>
          <a:prstGeom prst="rect">
            <a:avLst/>
          </a:prstGeom>
        </p:spPr>
        <p:txBody>
          <a:bodyPr vert="horz" wrap="square" lIns="0" tIns="0" rIns="0" bIns="91440" rtlCol="0" anchor="t">
            <a:spAutoFit/>
          </a:bodyPr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Header goes here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509127C4-3B89-A790-2D29-9DBD807B75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75368" y="6698572"/>
            <a:ext cx="6241543" cy="3259675"/>
          </a:xfrm>
        </p:spPr>
        <p:txBody>
          <a:bodyPr>
            <a:noAutofit/>
          </a:bodyPr>
          <a:lstStyle>
            <a:lvl1pPr marL="0" indent="0">
              <a:buClr>
                <a:schemeClr val="accent5"/>
              </a:buClr>
              <a:buSzPct val="80000"/>
              <a:buNone/>
              <a:defRPr sz="2800" b="0" i="0">
                <a:solidFill>
                  <a:schemeClr val="tx1"/>
                </a:solidFill>
                <a:latin typeface="+mn-lt"/>
              </a:defRPr>
            </a:lvl1pPr>
            <a:lvl2pPr marL="914400" indent="0">
              <a:buClr>
                <a:schemeClr val="accent5"/>
              </a:buClr>
              <a:buSzPct val="80000"/>
              <a:buNone/>
              <a:defRPr sz="2800">
                <a:solidFill>
                  <a:schemeClr val="tx1"/>
                </a:solidFill>
              </a:defRPr>
            </a:lvl2pPr>
            <a:lvl3pPr marL="1828800" indent="0">
              <a:buClr>
                <a:schemeClr val="accent5"/>
              </a:buClr>
              <a:buSzPct val="80000"/>
              <a:buNone/>
              <a:defRPr sz="2800">
                <a:solidFill>
                  <a:schemeClr val="tx1"/>
                </a:solidFill>
              </a:defRPr>
            </a:lvl3pPr>
            <a:lvl4pPr marL="2743200" indent="0">
              <a:buClr>
                <a:schemeClr val="accent5"/>
              </a:buClr>
              <a:buSzPct val="80000"/>
              <a:buNone/>
              <a:defRPr sz="2800">
                <a:solidFill>
                  <a:schemeClr val="tx1"/>
                </a:solidFill>
              </a:defRPr>
            </a:lvl4pPr>
            <a:lvl5pPr marL="3657600" indent="0">
              <a:buClr>
                <a:schemeClr val="accent5"/>
              </a:buClr>
              <a:buSzPct val="80000"/>
              <a:buNone/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17BE3A-A806-3512-4A65-4207B6D96316}"/>
              </a:ext>
            </a:extLst>
          </p:cNvPr>
          <p:cNvSpPr txBox="1"/>
          <p:nvPr/>
        </p:nvSpPr>
        <p:spPr>
          <a:xfrm>
            <a:off x="915836" y="12566165"/>
            <a:ext cx="6200162" cy="2769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Neudesic, an IBM company © 2024</a:t>
            </a:r>
          </a:p>
        </p:txBody>
      </p:sp>
      <p:pic>
        <p:nvPicPr>
          <p:cNvPr id="17" name="Picture 7">
            <a:extLst>
              <a:ext uri="{FF2B5EF4-FFF2-40B4-BE49-F238E27FC236}">
                <a16:creationId xmlns:a16="http://schemas.microsoft.com/office/drawing/2014/main" id="{B03F0328-088B-CCA5-6AAE-7ADA7734F9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1355050" y="12497827"/>
            <a:ext cx="2116138" cy="520362"/>
          </a:xfrm>
          <a:prstGeom prst="rect">
            <a:avLst/>
          </a:prstGeom>
        </p:spPr>
      </p:pic>
      <p:sp>
        <p:nvSpPr>
          <p:cNvPr id="8" name="Picture Placeholder 33">
            <a:extLst>
              <a:ext uri="{FF2B5EF4-FFF2-40B4-BE49-F238E27FC236}">
                <a16:creationId xmlns:a16="http://schemas.microsoft.com/office/drawing/2014/main" id="{767859AF-20FE-7290-164D-5DD182B97F4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475368" y="4120666"/>
            <a:ext cx="1316736" cy="1312709"/>
          </a:xfrm>
          <a:ln w="19050">
            <a:noFill/>
          </a:ln>
        </p:spPr>
        <p:txBody>
          <a:bodyPr lIns="182880" tIns="182880" rIns="182880" bIns="182880">
            <a:noAutofit/>
          </a:bodyPr>
          <a:lstStyle>
            <a:lvl1pPr marL="0" indent="0" algn="ctr">
              <a:buNone/>
              <a:defRPr sz="18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Icon goes here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027B9789-0800-31F8-392C-CF658FB2EB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078000" y="6698572"/>
            <a:ext cx="6241543" cy="3259675"/>
          </a:xfrm>
        </p:spPr>
        <p:txBody>
          <a:bodyPr>
            <a:noAutofit/>
          </a:bodyPr>
          <a:lstStyle>
            <a:lvl1pPr marL="0" indent="0">
              <a:buClr>
                <a:schemeClr val="accent5"/>
              </a:buClr>
              <a:buSzPct val="80000"/>
              <a:buNone/>
              <a:defRPr sz="2800" b="0" i="0">
                <a:solidFill>
                  <a:schemeClr val="tx1"/>
                </a:solidFill>
                <a:latin typeface="+mn-lt"/>
              </a:defRPr>
            </a:lvl1pPr>
            <a:lvl2pPr marL="914400" indent="0">
              <a:buClr>
                <a:schemeClr val="accent5"/>
              </a:buClr>
              <a:buSzPct val="80000"/>
              <a:buNone/>
              <a:defRPr sz="2800">
                <a:solidFill>
                  <a:schemeClr val="tx1"/>
                </a:solidFill>
              </a:defRPr>
            </a:lvl2pPr>
            <a:lvl3pPr marL="1828800" indent="0">
              <a:buClr>
                <a:schemeClr val="accent5"/>
              </a:buClr>
              <a:buSzPct val="80000"/>
              <a:buNone/>
              <a:defRPr sz="2800">
                <a:solidFill>
                  <a:schemeClr val="tx1"/>
                </a:solidFill>
              </a:defRPr>
            </a:lvl3pPr>
            <a:lvl4pPr marL="2743200" indent="0">
              <a:buClr>
                <a:schemeClr val="accent5"/>
              </a:buClr>
              <a:buSzPct val="80000"/>
              <a:buNone/>
              <a:defRPr sz="2800">
                <a:solidFill>
                  <a:schemeClr val="tx1"/>
                </a:solidFill>
              </a:defRPr>
            </a:lvl4pPr>
            <a:lvl5pPr marL="3657600" indent="0">
              <a:buClr>
                <a:schemeClr val="accent5"/>
              </a:buClr>
              <a:buSzPct val="80000"/>
              <a:buNone/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33">
            <a:extLst>
              <a:ext uri="{FF2B5EF4-FFF2-40B4-BE49-F238E27FC236}">
                <a16:creationId xmlns:a16="http://schemas.microsoft.com/office/drawing/2014/main" id="{BD8466E9-8ABF-E2A3-485E-0B2D5EC6BBD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078000" y="4120666"/>
            <a:ext cx="1316736" cy="1312709"/>
          </a:xfrm>
          <a:ln w="19050">
            <a:noFill/>
          </a:ln>
        </p:spPr>
        <p:txBody>
          <a:bodyPr lIns="182880" tIns="182880" rIns="182880" bIns="182880">
            <a:noAutofit/>
          </a:bodyPr>
          <a:lstStyle>
            <a:lvl1pPr marL="0" indent="0" algn="ctr">
              <a:buNone/>
              <a:defRPr sz="18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Icon goes here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9E8FB448-FFF7-71F5-CC32-613BA4A7E09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741543" y="6698572"/>
            <a:ext cx="6241543" cy="3259675"/>
          </a:xfrm>
        </p:spPr>
        <p:txBody>
          <a:bodyPr>
            <a:noAutofit/>
          </a:bodyPr>
          <a:lstStyle>
            <a:lvl1pPr marL="0" indent="0">
              <a:buClr>
                <a:schemeClr val="accent5"/>
              </a:buClr>
              <a:buSzPct val="80000"/>
              <a:buNone/>
              <a:defRPr sz="2800" b="0" i="0">
                <a:solidFill>
                  <a:schemeClr val="tx1"/>
                </a:solidFill>
                <a:latin typeface="+mn-lt"/>
              </a:defRPr>
            </a:lvl1pPr>
            <a:lvl2pPr marL="914400" indent="0">
              <a:buClr>
                <a:schemeClr val="accent5"/>
              </a:buClr>
              <a:buSzPct val="80000"/>
              <a:buNone/>
              <a:defRPr sz="2800">
                <a:solidFill>
                  <a:schemeClr val="tx1"/>
                </a:solidFill>
              </a:defRPr>
            </a:lvl2pPr>
            <a:lvl3pPr marL="1828800" indent="0">
              <a:buClr>
                <a:schemeClr val="accent5"/>
              </a:buClr>
              <a:buSzPct val="80000"/>
              <a:buNone/>
              <a:defRPr sz="2800">
                <a:solidFill>
                  <a:schemeClr val="tx1"/>
                </a:solidFill>
              </a:defRPr>
            </a:lvl3pPr>
            <a:lvl4pPr marL="2743200" indent="0">
              <a:buClr>
                <a:schemeClr val="accent5"/>
              </a:buClr>
              <a:buSzPct val="80000"/>
              <a:buNone/>
              <a:defRPr sz="2800">
                <a:solidFill>
                  <a:schemeClr val="tx1"/>
                </a:solidFill>
              </a:defRPr>
            </a:lvl4pPr>
            <a:lvl5pPr marL="3657600" indent="0">
              <a:buClr>
                <a:schemeClr val="accent5"/>
              </a:buClr>
              <a:buSzPct val="80000"/>
              <a:buNone/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33">
            <a:extLst>
              <a:ext uri="{FF2B5EF4-FFF2-40B4-BE49-F238E27FC236}">
                <a16:creationId xmlns:a16="http://schemas.microsoft.com/office/drawing/2014/main" id="{53F1BF11-194C-97A5-5CB1-C019A7B3F8C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6741543" y="4120666"/>
            <a:ext cx="1316736" cy="1312709"/>
          </a:xfrm>
          <a:ln w="19050">
            <a:noFill/>
          </a:ln>
        </p:spPr>
        <p:txBody>
          <a:bodyPr lIns="182880" tIns="182880" rIns="182880" bIns="182880">
            <a:noAutofit/>
          </a:bodyPr>
          <a:lstStyle>
            <a:lvl1pPr marL="0" indent="0" algn="ctr">
              <a:buNone/>
              <a:defRPr sz="18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Icon goes here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6298BFE5-DCAB-4310-988D-01D0437D783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74788" y="5972175"/>
            <a:ext cx="6242050" cy="430887"/>
          </a:xfr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kumimoji="0" lang="en-US" sz="2800" b="1" u="none" strike="noStrike" cap="none" spc="150" normalizeH="0" baseline="0" smtClean="0">
                <a:ln>
                  <a:noFill/>
                </a:ln>
                <a:solidFill>
                  <a:srgbClr val="F54A05"/>
                </a:solidFill>
                <a:effectLst/>
                <a:uLnTx/>
                <a:uFillTx/>
                <a:latin typeface="+mn-lt"/>
                <a:ea typeface="Arial SemiBold" panose="02000503000000020004" pitchFamily="2" charset="0"/>
              </a:defRPr>
            </a:lvl1pPr>
            <a:lvl2pPr>
              <a:defRPr lang="en-US" sz="1800" smtClean="0">
                <a:solidFill>
                  <a:schemeClr val="tx1"/>
                </a:solidFill>
                <a:latin typeface="+mn-lt"/>
                <a:ea typeface="+mn-ea"/>
              </a:defRPr>
            </a:lvl2pPr>
            <a:lvl3pPr>
              <a:defRPr lang="en-US" sz="1800" smtClean="0">
                <a:solidFill>
                  <a:schemeClr val="tx1"/>
                </a:solidFill>
                <a:latin typeface="+mn-lt"/>
                <a:ea typeface="+mn-ea"/>
              </a:defRPr>
            </a:lvl3pPr>
            <a:lvl4pPr>
              <a:defRPr lang="en-US" sz="1800" smtClean="0">
                <a:solidFill>
                  <a:schemeClr val="tx1"/>
                </a:solidFill>
                <a:latin typeface="+mn-lt"/>
                <a:ea typeface="+mn-ea"/>
              </a:defRPr>
            </a:lvl4pPr>
            <a:lvl5pPr>
              <a:defRPr lang="en-US" sz="18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marR="0" lvl="0" indent="-457200" defTabSz="4572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PARAGRAPH HEADER</a:t>
            </a:r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ED230057-B360-6499-7F07-2F452F8CC1A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078000" y="5972175"/>
            <a:ext cx="6242050" cy="430887"/>
          </a:xfr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kumimoji="0" lang="en-US" sz="2800" b="1" u="none" strike="noStrike" cap="none" spc="150" normalizeH="0" baseline="0" smtClean="0">
                <a:ln>
                  <a:noFill/>
                </a:ln>
                <a:solidFill>
                  <a:srgbClr val="F54A05"/>
                </a:solidFill>
                <a:effectLst/>
                <a:uLnTx/>
                <a:uFillTx/>
                <a:latin typeface="+mn-lt"/>
                <a:ea typeface="Arial SemiBold" panose="02000503000000020004" pitchFamily="2" charset="0"/>
              </a:defRPr>
            </a:lvl1pPr>
            <a:lvl2pPr>
              <a:defRPr lang="en-US" sz="1800" smtClean="0">
                <a:solidFill>
                  <a:schemeClr val="tx1"/>
                </a:solidFill>
                <a:latin typeface="+mn-lt"/>
                <a:ea typeface="+mn-ea"/>
              </a:defRPr>
            </a:lvl2pPr>
            <a:lvl3pPr>
              <a:defRPr lang="en-US" sz="1800" smtClean="0">
                <a:solidFill>
                  <a:schemeClr val="tx1"/>
                </a:solidFill>
                <a:latin typeface="+mn-lt"/>
                <a:ea typeface="+mn-ea"/>
              </a:defRPr>
            </a:lvl3pPr>
            <a:lvl4pPr>
              <a:defRPr lang="en-US" sz="1800" smtClean="0">
                <a:solidFill>
                  <a:schemeClr val="tx1"/>
                </a:solidFill>
                <a:latin typeface="+mn-lt"/>
                <a:ea typeface="+mn-ea"/>
              </a:defRPr>
            </a:lvl4pPr>
            <a:lvl5pPr>
              <a:defRPr lang="en-US" sz="18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marR="0" lvl="0" indent="-457200" defTabSz="4572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PARAGRAPH HEADER</a:t>
            </a:r>
          </a:p>
        </p:txBody>
      </p:sp>
      <p:sp>
        <p:nvSpPr>
          <p:cNvPr id="26" name="Text Placeholder 23">
            <a:extLst>
              <a:ext uri="{FF2B5EF4-FFF2-40B4-BE49-F238E27FC236}">
                <a16:creationId xmlns:a16="http://schemas.microsoft.com/office/drawing/2014/main" id="{6DC0504C-CF10-4DBB-0649-A44BED2909D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6741543" y="5972175"/>
            <a:ext cx="6242050" cy="430887"/>
          </a:xfr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kumimoji="0" lang="en-US" sz="2800" b="1" u="none" strike="noStrike" cap="none" spc="150" normalizeH="0" baseline="0" smtClean="0">
                <a:ln>
                  <a:noFill/>
                </a:ln>
                <a:solidFill>
                  <a:srgbClr val="F54A05"/>
                </a:solidFill>
                <a:effectLst/>
                <a:uLnTx/>
                <a:uFillTx/>
                <a:latin typeface="+mn-lt"/>
                <a:ea typeface="Arial SemiBold" panose="02000503000000020004" pitchFamily="2" charset="0"/>
              </a:defRPr>
            </a:lvl1pPr>
            <a:lvl2pPr>
              <a:defRPr lang="en-US" sz="1800" smtClean="0">
                <a:solidFill>
                  <a:schemeClr val="tx1"/>
                </a:solidFill>
                <a:latin typeface="+mn-lt"/>
                <a:ea typeface="+mn-ea"/>
              </a:defRPr>
            </a:lvl2pPr>
            <a:lvl3pPr>
              <a:defRPr lang="en-US" sz="1800" smtClean="0">
                <a:solidFill>
                  <a:schemeClr val="tx1"/>
                </a:solidFill>
                <a:latin typeface="+mn-lt"/>
                <a:ea typeface="+mn-ea"/>
              </a:defRPr>
            </a:lvl3pPr>
            <a:lvl4pPr>
              <a:defRPr lang="en-US" sz="1800" smtClean="0">
                <a:solidFill>
                  <a:schemeClr val="tx1"/>
                </a:solidFill>
                <a:latin typeface="+mn-lt"/>
                <a:ea typeface="+mn-ea"/>
              </a:defRPr>
            </a:lvl4pPr>
            <a:lvl5pPr>
              <a:defRPr lang="en-US" sz="18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marR="0" lvl="0" indent="-457200" defTabSz="4572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PARAGRAPH HEADER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89B080C6-2B57-5430-9F97-1B5ADEC539A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36770" y="1882839"/>
            <a:ext cx="22534272" cy="795282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None/>
              <a:defRPr lang="en-US" sz="4400" b="0" i="0" dirty="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Open Sans" pitchFamily="2" charset="0"/>
              </a:defRPr>
            </a:lvl1pPr>
          </a:lstStyle>
          <a:p>
            <a:pPr marL="457200" lvl="0" indent="-457200">
              <a:spcBef>
                <a:spcPts val="0"/>
              </a:spcBef>
            </a:pPr>
            <a:r>
              <a:rPr lang="en-US"/>
              <a:t>Subheader goes here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BE3044-A9B2-C191-3769-253455A2527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24385585" cy="13716891"/>
          </a:xfrm>
          <a:prstGeom prst="rect">
            <a:avLst/>
          </a:prstGeom>
        </p:spPr>
      </p:pic>
      <p:pic>
        <p:nvPicPr>
          <p:cNvPr id="11" name="Picture 10" descr="A blue and black background&#10;&#10;Description automatically generated">
            <a:extLst>
              <a:ext uri="{FF2B5EF4-FFF2-40B4-BE49-F238E27FC236}">
                <a16:creationId xmlns:a16="http://schemas.microsoft.com/office/drawing/2014/main" id="{8D7F54DB-BCAB-0710-A26D-D1870B69A61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9841832"/>
            <a:ext cx="24387175" cy="3862901"/>
          </a:xfrm>
          <a:prstGeom prst="rect">
            <a:avLst/>
          </a:prstGeom>
        </p:spPr>
      </p:pic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2711640-D9AF-1A7E-F017-E8F2439481A8}"/>
              </a:ext>
            </a:extLst>
          </p:cNvPr>
          <p:cNvSpPr/>
          <p:nvPr userDrawn="1"/>
        </p:nvSpPr>
        <p:spPr>
          <a:xfrm>
            <a:off x="916133" y="3727939"/>
            <a:ext cx="7258728" cy="7389240"/>
          </a:xfrm>
          <a:prstGeom prst="roundRect">
            <a:avLst>
              <a:gd name="adj" fmla="val 13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AC6103A-B734-A689-A920-671C8661AAC2}"/>
              </a:ext>
            </a:extLst>
          </p:cNvPr>
          <p:cNvSpPr/>
          <p:nvPr userDrawn="1"/>
        </p:nvSpPr>
        <p:spPr>
          <a:xfrm>
            <a:off x="16212315" y="3727939"/>
            <a:ext cx="7258728" cy="7389240"/>
          </a:xfrm>
          <a:prstGeom prst="roundRect">
            <a:avLst>
              <a:gd name="adj" fmla="val 16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BDD392C-880A-573B-B5C7-1A8760930526}"/>
              </a:ext>
            </a:extLst>
          </p:cNvPr>
          <p:cNvSpPr/>
          <p:nvPr userDrawn="1"/>
        </p:nvSpPr>
        <p:spPr>
          <a:xfrm>
            <a:off x="8564606" y="3727939"/>
            <a:ext cx="7258728" cy="7389240"/>
          </a:xfrm>
          <a:prstGeom prst="roundRect">
            <a:avLst>
              <a:gd name="adj" fmla="val 13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5C380F-19CA-EB73-93D8-E9722A7E8B4E}"/>
              </a:ext>
            </a:extLst>
          </p:cNvPr>
          <p:cNvSpPr txBox="1"/>
          <p:nvPr userDrawn="1"/>
        </p:nvSpPr>
        <p:spPr>
          <a:xfrm>
            <a:off x="915836" y="12566165"/>
            <a:ext cx="6200162" cy="2769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Neudesic, an IBM company © 2024</a:t>
            </a:r>
          </a:p>
        </p:txBody>
      </p:sp>
      <p:pic>
        <p:nvPicPr>
          <p:cNvPr id="21" name="Picture 7">
            <a:extLst>
              <a:ext uri="{FF2B5EF4-FFF2-40B4-BE49-F238E27FC236}">
                <a16:creationId xmlns:a16="http://schemas.microsoft.com/office/drawing/2014/main" id="{71B71E26-D867-7991-F01E-4159FE82D40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1355050" y="12497827"/>
            <a:ext cx="2116138" cy="520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711046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Header with 1/3 rectang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12737D-4EA6-B073-9074-2C266C8D882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24385585" cy="1371689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4747B68-D47A-159F-62D4-D496FD6FA2F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4385584" cy="13716891"/>
          </a:xfrm>
          <a:prstGeom prst="rect">
            <a:avLst/>
          </a:prstGeom>
        </p:spPr>
      </p:pic>
      <p:pic>
        <p:nvPicPr>
          <p:cNvPr id="6" name="Picture 5" descr="A blue and black background&#10;&#10;Description automatically generated">
            <a:extLst>
              <a:ext uri="{FF2B5EF4-FFF2-40B4-BE49-F238E27FC236}">
                <a16:creationId xmlns:a16="http://schemas.microsoft.com/office/drawing/2014/main" id="{D6EFF750-75BD-C85D-8B17-67F15A30063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9841832"/>
            <a:ext cx="24387175" cy="3862901"/>
          </a:xfrm>
          <a:prstGeom prst="rect">
            <a:avLst/>
          </a:prstGeom>
        </p:spPr>
      </p:pic>
      <p:sp>
        <p:nvSpPr>
          <p:cNvPr id="25" name="Round Same Side Corner Rectangle 24">
            <a:extLst>
              <a:ext uri="{FF2B5EF4-FFF2-40B4-BE49-F238E27FC236}">
                <a16:creationId xmlns:a16="http://schemas.microsoft.com/office/drawing/2014/main" id="{4D0769E1-5751-EAFD-C1D8-9F532C471BE7}"/>
              </a:ext>
            </a:extLst>
          </p:cNvPr>
          <p:cNvSpPr/>
          <p:nvPr/>
        </p:nvSpPr>
        <p:spPr>
          <a:xfrm rot="16200000">
            <a:off x="14712927" y="2397101"/>
            <a:ext cx="10150522" cy="9197974"/>
          </a:xfrm>
          <a:prstGeom prst="round2SameRect">
            <a:avLst>
              <a:gd name="adj1" fmla="val 2977"/>
              <a:gd name="adj2" fmla="val 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2" name="Text Placeholder 11">
            <a:extLst>
              <a:ext uri="{FF2B5EF4-FFF2-40B4-BE49-F238E27FC236}">
                <a16:creationId xmlns:a16="http://schemas.microsoft.com/office/drawing/2014/main" id="{B98FA7D6-56D7-D1E3-A80D-65B4B14A762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6001999" y="4603312"/>
            <a:ext cx="7469189" cy="6883170"/>
          </a:xfrm>
        </p:spPr>
        <p:txBody>
          <a:bodyPr>
            <a:noAutofit/>
          </a:bodyPr>
          <a:lstStyle>
            <a:lvl1pPr marL="0" indent="0">
              <a:buClr>
                <a:schemeClr val="accent5"/>
              </a:buClr>
              <a:buSzPct val="80000"/>
              <a:buNone/>
              <a:defRPr b="0" i="0">
                <a:solidFill>
                  <a:schemeClr val="tx1"/>
                </a:solidFill>
                <a:latin typeface="+mn-lt"/>
              </a:defRPr>
            </a:lvl1pPr>
            <a:lvl2pPr marL="914400" indent="0">
              <a:buClr>
                <a:schemeClr val="accent5"/>
              </a:buClr>
              <a:buSzPct val="80000"/>
              <a:buNone/>
              <a:defRPr>
                <a:solidFill>
                  <a:schemeClr val="tx1"/>
                </a:solidFill>
              </a:defRPr>
            </a:lvl2pPr>
            <a:lvl3pPr marL="1828800" indent="0">
              <a:buClr>
                <a:schemeClr val="accent5"/>
              </a:buClr>
              <a:buSzPct val="80000"/>
              <a:buNone/>
              <a:defRPr>
                <a:solidFill>
                  <a:schemeClr val="tx1"/>
                </a:solidFill>
              </a:defRPr>
            </a:lvl3pPr>
            <a:lvl4pPr marL="2743200" indent="0">
              <a:buClr>
                <a:schemeClr val="accent5"/>
              </a:buClr>
              <a:buSzPct val="80000"/>
              <a:buNone/>
              <a:defRPr>
                <a:solidFill>
                  <a:schemeClr val="tx1"/>
                </a:solidFill>
              </a:defRPr>
            </a:lvl4pPr>
            <a:lvl5pPr marL="3657600" indent="0">
              <a:buClr>
                <a:schemeClr val="accent5"/>
              </a:buClr>
              <a:buSzPct val="80000"/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C0981BD2-A0B2-D238-A103-114551B684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36625" y="4603312"/>
            <a:ext cx="13338179" cy="7468037"/>
          </a:xfrm>
        </p:spPr>
        <p:txBody>
          <a:bodyPr>
            <a:noAutofit/>
          </a:bodyPr>
          <a:lstStyle>
            <a:lvl1pPr marL="0" indent="0">
              <a:buClr>
                <a:schemeClr val="accent5"/>
              </a:buClr>
              <a:buSzPct val="80000"/>
              <a:buNone/>
              <a:defRPr b="0" i="0">
                <a:solidFill>
                  <a:schemeClr val="bg1"/>
                </a:solidFill>
                <a:latin typeface="+mn-lt"/>
              </a:defRPr>
            </a:lvl1pPr>
            <a:lvl2pPr marL="914400" indent="0">
              <a:buClr>
                <a:schemeClr val="accent5"/>
              </a:buClr>
              <a:buSzPct val="80000"/>
              <a:buNone/>
              <a:defRPr>
                <a:solidFill>
                  <a:schemeClr val="bg1"/>
                </a:solidFill>
              </a:defRPr>
            </a:lvl2pPr>
            <a:lvl3pPr marL="1828800" indent="0">
              <a:buClr>
                <a:schemeClr val="accent5"/>
              </a:buClr>
              <a:buSzPct val="80000"/>
              <a:buNone/>
              <a:defRPr>
                <a:solidFill>
                  <a:schemeClr val="bg1"/>
                </a:solidFill>
              </a:defRPr>
            </a:lvl3pPr>
            <a:lvl4pPr marL="2743200" indent="0">
              <a:buClr>
                <a:schemeClr val="accent5"/>
              </a:buClr>
              <a:buSzPct val="80000"/>
              <a:buNone/>
              <a:defRPr>
                <a:solidFill>
                  <a:schemeClr val="bg1"/>
                </a:solidFill>
              </a:defRPr>
            </a:lvl4pPr>
            <a:lvl5pPr marL="3657600" indent="0">
              <a:buClr>
                <a:schemeClr val="accent5"/>
              </a:buClr>
              <a:buSzPct val="8000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321145-8A6C-BCAD-4AB5-04F3095E348F}"/>
              </a:ext>
            </a:extLst>
          </p:cNvPr>
          <p:cNvSpPr txBox="1"/>
          <p:nvPr/>
        </p:nvSpPr>
        <p:spPr>
          <a:xfrm>
            <a:off x="915836" y="12566165"/>
            <a:ext cx="6200162" cy="2769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Neudesic, an IBM company © 2024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4FB4F9-9FC2-0DF2-6F53-4C8505C3F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6770" y="914400"/>
            <a:ext cx="13338034" cy="1006429"/>
          </a:xfrm>
          <a:prstGeom prst="rect">
            <a:avLst/>
          </a:prstGeom>
        </p:spPr>
        <p:txBody>
          <a:bodyPr vert="horz" wrap="square" lIns="0" tIns="0" rIns="0" bIns="91440" rtlCol="0" anchor="t">
            <a:spAutoFit/>
          </a:bodyPr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Header goes here</a:t>
            </a:r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EEEAA559-D004-E975-3B42-CA6E7B20518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21355050" y="12497827"/>
            <a:ext cx="2116138" cy="520362"/>
          </a:xfrm>
          <a:prstGeom prst="rect">
            <a:avLst/>
          </a:prstGeom>
        </p:spPr>
      </p:pic>
      <p:sp>
        <p:nvSpPr>
          <p:cNvPr id="8" name="Text Placeholder 23">
            <a:extLst>
              <a:ext uri="{FF2B5EF4-FFF2-40B4-BE49-F238E27FC236}">
                <a16:creationId xmlns:a16="http://schemas.microsoft.com/office/drawing/2014/main" id="{25078922-24E8-CC1C-34E6-A718E1ED848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6000410" y="3798691"/>
            <a:ext cx="6242050" cy="430887"/>
          </a:xfrm>
          <a:noFill/>
        </p:spPr>
        <p:txBody>
          <a:bodyPr wrap="square" lIns="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kumimoji="0" lang="en-US" sz="2800" b="1" u="none" strike="noStrike" cap="none" spc="150" normalizeH="0" baseline="0" smtClean="0">
                <a:ln>
                  <a:noFill/>
                </a:ln>
                <a:solidFill>
                  <a:srgbClr val="F54A05"/>
                </a:solidFill>
                <a:effectLst/>
                <a:uLnTx/>
                <a:uFillTx/>
                <a:latin typeface="+mn-lt"/>
                <a:ea typeface="Arial SemiBold" panose="02000503000000020004" pitchFamily="2" charset="0"/>
              </a:defRPr>
            </a:lvl1pPr>
            <a:lvl2pPr>
              <a:defRPr lang="en-US" sz="1800" smtClean="0">
                <a:solidFill>
                  <a:schemeClr val="tx1"/>
                </a:solidFill>
                <a:latin typeface="+mn-lt"/>
                <a:ea typeface="+mn-ea"/>
              </a:defRPr>
            </a:lvl2pPr>
            <a:lvl3pPr>
              <a:defRPr lang="en-US" sz="1800" smtClean="0">
                <a:solidFill>
                  <a:schemeClr val="tx1"/>
                </a:solidFill>
                <a:latin typeface="+mn-lt"/>
                <a:ea typeface="+mn-ea"/>
              </a:defRPr>
            </a:lvl3pPr>
            <a:lvl4pPr>
              <a:defRPr lang="en-US" sz="1800" smtClean="0">
                <a:solidFill>
                  <a:schemeClr val="tx1"/>
                </a:solidFill>
                <a:latin typeface="+mn-lt"/>
                <a:ea typeface="+mn-ea"/>
              </a:defRPr>
            </a:lvl4pPr>
            <a:lvl5pPr>
              <a:defRPr lang="en-US" sz="18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marR="0" lvl="0" indent="-457200" defTabSz="4572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PARAGRAPH HEADER</a:t>
            </a:r>
          </a:p>
        </p:txBody>
      </p:sp>
      <p:sp>
        <p:nvSpPr>
          <p:cNvPr id="11" name="Text Placeholder 23">
            <a:extLst>
              <a:ext uri="{FF2B5EF4-FFF2-40B4-BE49-F238E27FC236}">
                <a16:creationId xmlns:a16="http://schemas.microsoft.com/office/drawing/2014/main" id="{36FAD5E4-1D09-E609-7C7B-E04277B7AC5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1385" y="3798691"/>
            <a:ext cx="13333420" cy="430887"/>
          </a:xfr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kumimoji="0" lang="en-US" sz="2800" b="1" u="none" strike="noStrike" cap="none" spc="150" normalizeH="0" baseline="0" smtClean="0">
                <a:ln>
                  <a:noFill/>
                </a:ln>
                <a:solidFill>
                  <a:srgbClr val="F54A05"/>
                </a:solidFill>
                <a:effectLst/>
                <a:uLnTx/>
                <a:uFillTx/>
                <a:latin typeface="+mn-lt"/>
                <a:ea typeface="Arial SemiBold" panose="02000503000000020004" pitchFamily="2" charset="0"/>
              </a:defRPr>
            </a:lvl1pPr>
            <a:lvl2pPr>
              <a:defRPr lang="en-US" sz="1800" smtClean="0">
                <a:solidFill>
                  <a:schemeClr val="tx1"/>
                </a:solidFill>
                <a:latin typeface="+mn-lt"/>
                <a:ea typeface="+mn-ea"/>
              </a:defRPr>
            </a:lvl2pPr>
            <a:lvl3pPr>
              <a:defRPr lang="en-US" sz="1800" smtClean="0">
                <a:solidFill>
                  <a:schemeClr val="tx1"/>
                </a:solidFill>
                <a:latin typeface="+mn-lt"/>
                <a:ea typeface="+mn-ea"/>
              </a:defRPr>
            </a:lvl3pPr>
            <a:lvl4pPr>
              <a:defRPr lang="en-US" sz="1800" smtClean="0">
                <a:solidFill>
                  <a:schemeClr val="tx1"/>
                </a:solidFill>
                <a:latin typeface="+mn-lt"/>
                <a:ea typeface="+mn-ea"/>
              </a:defRPr>
            </a:lvl4pPr>
            <a:lvl5pPr>
              <a:defRPr lang="en-US" sz="18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marR="0" lvl="0" indent="-457200" defTabSz="4572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PARAGRAPH HEADER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42F32E12-5C82-EE87-3DD6-AA270BBCE9F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36770" y="1882839"/>
            <a:ext cx="13338034" cy="795282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None/>
              <a:defRPr lang="en-US" sz="4400" b="0" i="0" dirty="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Open Sans" pitchFamily="2" charset="0"/>
              </a:defRPr>
            </a:lvl1pPr>
          </a:lstStyle>
          <a:p>
            <a:pPr marL="457200" lvl="0" indent="-457200">
              <a:spcBef>
                <a:spcPts val="0"/>
              </a:spcBef>
            </a:pPr>
            <a:r>
              <a:rPr lang="en-US"/>
              <a:t>Subheader goes here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C215B6F-201E-15C3-EFDA-0502191312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24385585" cy="137168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2EA26B3-52F2-55FA-E90C-616FFC402C4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4385584" cy="13716891"/>
          </a:xfrm>
          <a:prstGeom prst="rect">
            <a:avLst/>
          </a:prstGeom>
        </p:spPr>
      </p:pic>
      <p:pic>
        <p:nvPicPr>
          <p:cNvPr id="14" name="Picture 13" descr="A blue and black background&#10;&#10;Description automatically generated">
            <a:extLst>
              <a:ext uri="{FF2B5EF4-FFF2-40B4-BE49-F238E27FC236}">
                <a16:creationId xmlns:a16="http://schemas.microsoft.com/office/drawing/2014/main" id="{E6B3127C-80C6-D0B4-F669-A0480A8117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9841832"/>
            <a:ext cx="24387175" cy="3862901"/>
          </a:xfrm>
          <a:prstGeom prst="rect">
            <a:avLst/>
          </a:prstGeom>
        </p:spPr>
      </p:pic>
      <p:sp>
        <p:nvSpPr>
          <p:cNvPr id="15" name="Round Same Side Corner Rectangle 14">
            <a:extLst>
              <a:ext uri="{FF2B5EF4-FFF2-40B4-BE49-F238E27FC236}">
                <a16:creationId xmlns:a16="http://schemas.microsoft.com/office/drawing/2014/main" id="{67AB814C-3047-5355-BE18-C68CD3557EAD}"/>
              </a:ext>
            </a:extLst>
          </p:cNvPr>
          <p:cNvSpPr/>
          <p:nvPr userDrawn="1"/>
        </p:nvSpPr>
        <p:spPr>
          <a:xfrm rot="16200000">
            <a:off x="14712927" y="2397101"/>
            <a:ext cx="10150522" cy="9197974"/>
          </a:xfrm>
          <a:prstGeom prst="round2SameRect">
            <a:avLst>
              <a:gd name="adj1" fmla="val 2977"/>
              <a:gd name="adj2" fmla="val 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2A33AE-46A4-5F5E-2BC3-8FD80C9B7E61}"/>
              </a:ext>
            </a:extLst>
          </p:cNvPr>
          <p:cNvSpPr txBox="1"/>
          <p:nvPr userDrawn="1"/>
        </p:nvSpPr>
        <p:spPr>
          <a:xfrm>
            <a:off x="915836" y="12566165"/>
            <a:ext cx="6200162" cy="2769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Neudesic, an IBM company © 2024</a:t>
            </a:r>
          </a:p>
        </p:txBody>
      </p:sp>
      <p:pic>
        <p:nvPicPr>
          <p:cNvPr id="17" name="Picture 7">
            <a:extLst>
              <a:ext uri="{FF2B5EF4-FFF2-40B4-BE49-F238E27FC236}">
                <a16:creationId xmlns:a16="http://schemas.microsoft.com/office/drawing/2014/main" id="{A536C6D8-694F-DA4E-292D-BE8DE48FE1F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21355050" y="12497827"/>
            <a:ext cx="2116138" cy="520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718020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Header with 1/3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D820405-1509-3125-1C5B-095432C7149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4385584" cy="13716891"/>
          </a:xfrm>
          <a:prstGeom prst="rect">
            <a:avLst/>
          </a:prstGeom>
        </p:spPr>
      </p:pic>
      <p:pic>
        <p:nvPicPr>
          <p:cNvPr id="3" name="Picture 2" descr="A blue and black background&#10;&#10;Description automatically generated">
            <a:extLst>
              <a:ext uri="{FF2B5EF4-FFF2-40B4-BE49-F238E27FC236}">
                <a16:creationId xmlns:a16="http://schemas.microsoft.com/office/drawing/2014/main" id="{8DD998D1-E7C7-9CA0-D9F9-F3120769CEB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9841832"/>
            <a:ext cx="24387175" cy="3862901"/>
          </a:xfrm>
          <a:prstGeom prst="rect">
            <a:avLst/>
          </a:prstGeom>
        </p:spPr>
      </p:pic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3E7B8BD-27CC-F4E6-8AE4-93CD0D3AFE21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6256470" y="1644650"/>
            <a:ext cx="7214718" cy="10426699"/>
          </a:xfrm>
          <a:prstGeom prst="roundRect">
            <a:avLst>
              <a:gd name="adj" fmla="val 1918"/>
            </a:avLst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+mn-lt"/>
              </a:defRPr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321145-8A6C-BCAD-4AB5-04F3095E348F}"/>
              </a:ext>
            </a:extLst>
          </p:cNvPr>
          <p:cNvSpPr txBox="1"/>
          <p:nvPr/>
        </p:nvSpPr>
        <p:spPr>
          <a:xfrm>
            <a:off x="915836" y="12566165"/>
            <a:ext cx="6200162" cy="2769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Neudesic, an IBM company © 2024</a:t>
            </a:r>
          </a:p>
        </p:txBody>
      </p:sp>
      <p:pic>
        <p:nvPicPr>
          <p:cNvPr id="11" name="Picture 7">
            <a:extLst>
              <a:ext uri="{FF2B5EF4-FFF2-40B4-BE49-F238E27FC236}">
                <a16:creationId xmlns:a16="http://schemas.microsoft.com/office/drawing/2014/main" id="{29507038-FFA2-ECFC-1E05-B5CBDF72D8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1355050" y="12497827"/>
            <a:ext cx="2116138" cy="520362"/>
          </a:xfrm>
          <a:prstGeom prst="rect">
            <a:avLst/>
          </a:prstGeom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94D46244-8EF0-D177-8C2E-34AA35D47F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6772" y="914400"/>
            <a:ext cx="14341406" cy="1006429"/>
          </a:xfrm>
          <a:prstGeom prst="rect">
            <a:avLst/>
          </a:prstGeom>
        </p:spPr>
        <p:txBody>
          <a:bodyPr vert="horz" wrap="square" lIns="0" tIns="0" rIns="0" bIns="91440" rtlCol="0" anchor="t">
            <a:spAutoFit/>
          </a:bodyPr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Header goes here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DFCFC340-397B-4046-4465-4DFBB088FA8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36772" y="1882839"/>
            <a:ext cx="14341500" cy="795282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None/>
              <a:defRPr lang="en-US" sz="4400" b="0" i="0" dirty="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Open Sans" pitchFamily="2" charset="0"/>
              </a:defRPr>
            </a:lvl1pPr>
          </a:lstStyle>
          <a:p>
            <a:pPr marL="457200" lvl="0" indent="-457200">
              <a:spcBef>
                <a:spcPts val="0"/>
              </a:spcBef>
            </a:pPr>
            <a:r>
              <a:rPr lang="en-US"/>
              <a:t>Subheader goes here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3B567613-A81C-9673-2981-B18ABEB6FF9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1384" y="3798691"/>
            <a:ext cx="14336647" cy="430887"/>
          </a:xfr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kumimoji="0" lang="en-US" sz="2800" b="1" u="none" strike="noStrike" cap="none" spc="150" normalizeH="0" baseline="0" smtClean="0">
                <a:ln>
                  <a:noFill/>
                </a:ln>
                <a:solidFill>
                  <a:srgbClr val="F54A05"/>
                </a:solidFill>
                <a:effectLst/>
                <a:uLnTx/>
                <a:uFillTx/>
                <a:latin typeface="+mn-lt"/>
                <a:ea typeface="Arial SemiBold" panose="02000503000000020004" pitchFamily="2" charset="0"/>
              </a:defRPr>
            </a:lvl1pPr>
            <a:lvl2pPr>
              <a:defRPr lang="en-US" sz="1800" smtClean="0">
                <a:solidFill>
                  <a:schemeClr val="tx1"/>
                </a:solidFill>
                <a:latin typeface="+mn-lt"/>
                <a:ea typeface="+mn-ea"/>
              </a:defRPr>
            </a:lvl2pPr>
            <a:lvl3pPr>
              <a:defRPr lang="en-US" sz="1800" smtClean="0">
                <a:solidFill>
                  <a:schemeClr val="tx1"/>
                </a:solidFill>
                <a:latin typeface="+mn-lt"/>
                <a:ea typeface="+mn-ea"/>
              </a:defRPr>
            </a:lvl3pPr>
            <a:lvl4pPr>
              <a:defRPr lang="en-US" sz="1800" smtClean="0">
                <a:solidFill>
                  <a:schemeClr val="tx1"/>
                </a:solidFill>
                <a:latin typeface="+mn-lt"/>
                <a:ea typeface="+mn-ea"/>
              </a:defRPr>
            </a:lvl4pPr>
            <a:lvl5pPr>
              <a:defRPr lang="en-US" sz="18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marR="0" lvl="0" indent="-457200" defTabSz="4572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PARAGRAPH HEADER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A04216B3-AB6B-CDD9-3D65-25FC988111C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36626" y="4603311"/>
            <a:ext cx="14341406" cy="2951962"/>
          </a:xfrm>
        </p:spPr>
        <p:txBody>
          <a:bodyPr/>
          <a:lstStyle>
            <a:lvl1pPr>
              <a:buClr>
                <a:schemeClr val="accent5"/>
              </a:buClr>
              <a:buSzPct val="80000"/>
              <a:defRPr b="0" i="0">
                <a:solidFill>
                  <a:schemeClr val="bg1"/>
                </a:solidFill>
                <a:latin typeface="+mn-lt"/>
              </a:defRPr>
            </a:lvl1pPr>
            <a:lvl2pPr>
              <a:buClr>
                <a:schemeClr val="accent5"/>
              </a:buClr>
              <a:buSzPct val="80000"/>
              <a:defRPr b="0" i="0">
                <a:solidFill>
                  <a:schemeClr val="bg1"/>
                </a:solidFill>
                <a:latin typeface="+mn-lt"/>
              </a:defRPr>
            </a:lvl2pPr>
            <a:lvl3pPr>
              <a:buClr>
                <a:schemeClr val="accent5"/>
              </a:buClr>
              <a:buSzPct val="80000"/>
              <a:defRPr b="0" i="0">
                <a:solidFill>
                  <a:schemeClr val="bg1"/>
                </a:solidFill>
                <a:latin typeface="+mn-lt"/>
              </a:defRPr>
            </a:lvl3pPr>
            <a:lvl4pPr>
              <a:buClr>
                <a:schemeClr val="accent5"/>
              </a:buClr>
              <a:buSzPct val="80000"/>
              <a:defRPr b="0" i="0">
                <a:solidFill>
                  <a:schemeClr val="bg1"/>
                </a:solidFill>
                <a:latin typeface="+mn-lt"/>
              </a:defRPr>
            </a:lvl4pPr>
            <a:lvl5pPr>
              <a:buClr>
                <a:schemeClr val="accent5"/>
              </a:buClr>
              <a:buSzPct val="80000"/>
              <a:defRPr b="0" i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B78EEFF-BD6B-2C29-10FF-113996CFD4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4385584" cy="13716891"/>
          </a:xfrm>
          <a:prstGeom prst="rect">
            <a:avLst/>
          </a:prstGeom>
        </p:spPr>
      </p:pic>
      <p:pic>
        <p:nvPicPr>
          <p:cNvPr id="12" name="Picture 11" descr="A blue and black background&#10;&#10;Description automatically generated">
            <a:extLst>
              <a:ext uri="{FF2B5EF4-FFF2-40B4-BE49-F238E27FC236}">
                <a16:creationId xmlns:a16="http://schemas.microsoft.com/office/drawing/2014/main" id="{B6026FC1-76E9-D17D-6293-4DBB354F72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9841832"/>
            <a:ext cx="24387175" cy="386290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9365D10-E881-78EA-6C98-139075CC5631}"/>
              </a:ext>
            </a:extLst>
          </p:cNvPr>
          <p:cNvSpPr txBox="1"/>
          <p:nvPr userDrawn="1"/>
        </p:nvSpPr>
        <p:spPr>
          <a:xfrm>
            <a:off x="915836" y="12566165"/>
            <a:ext cx="6200162" cy="2769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Neudesic, an IBM company © 2024</a:t>
            </a:r>
          </a:p>
        </p:txBody>
      </p:sp>
      <p:pic>
        <p:nvPicPr>
          <p:cNvPr id="14" name="Picture 7">
            <a:extLst>
              <a:ext uri="{FF2B5EF4-FFF2-40B4-BE49-F238E27FC236}">
                <a16:creationId xmlns:a16="http://schemas.microsoft.com/office/drawing/2014/main" id="{5FCF90BF-952F-82FC-0302-16C0565F0DA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1355050" y="12497827"/>
            <a:ext cx="2116138" cy="520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203310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Header with 1/2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D820405-1509-3125-1C5B-095432C7149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4385584" cy="13716891"/>
          </a:xfrm>
          <a:prstGeom prst="rect">
            <a:avLst/>
          </a:prstGeom>
        </p:spPr>
      </p:pic>
      <p:pic>
        <p:nvPicPr>
          <p:cNvPr id="5" name="Picture 4" descr="A blue and black background&#10;&#10;Description automatically generated">
            <a:extLst>
              <a:ext uri="{FF2B5EF4-FFF2-40B4-BE49-F238E27FC236}">
                <a16:creationId xmlns:a16="http://schemas.microsoft.com/office/drawing/2014/main" id="{2299D10E-29B2-C77B-700E-3C34505BCCE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9841832"/>
            <a:ext cx="24387175" cy="3862901"/>
          </a:xfrm>
          <a:prstGeom prst="rect">
            <a:avLst/>
          </a:prstGeom>
        </p:spPr>
      </p:pic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3E7B8BD-27CC-F4E6-8AE4-93CD0D3AFE21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2426394" y="1644650"/>
            <a:ext cx="11044794" cy="10426699"/>
          </a:xfrm>
          <a:prstGeom prst="roundRect">
            <a:avLst>
              <a:gd name="adj" fmla="val 1918"/>
            </a:avLst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+mn-lt"/>
              </a:defRPr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321145-8A6C-BCAD-4AB5-04F3095E348F}"/>
              </a:ext>
            </a:extLst>
          </p:cNvPr>
          <p:cNvSpPr txBox="1"/>
          <p:nvPr/>
        </p:nvSpPr>
        <p:spPr>
          <a:xfrm>
            <a:off x="915836" y="12566165"/>
            <a:ext cx="6200162" cy="2769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Neudesic, an IBM company © 2024</a:t>
            </a:r>
          </a:p>
        </p:txBody>
      </p:sp>
      <p:pic>
        <p:nvPicPr>
          <p:cNvPr id="11" name="Picture 7">
            <a:extLst>
              <a:ext uri="{FF2B5EF4-FFF2-40B4-BE49-F238E27FC236}">
                <a16:creationId xmlns:a16="http://schemas.microsoft.com/office/drawing/2014/main" id="{29507038-FFA2-ECFC-1E05-B5CBDF72D8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1355050" y="12497827"/>
            <a:ext cx="2116138" cy="520362"/>
          </a:xfrm>
          <a:prstGeom prst="rect">
            <a:avLst/>
          </a:prstGeom>
        </p:spPr>
      </p:pic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FBC45557-29AE-475D-0DEE-25511B1710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6770" y="914400"/>
            <a:ext cx="10543935" cy="1006429"/>
          </a:xfrm>
          <a:prstGeom prst="rect">
            <a:avLst/>
          </a:prstGeom>
        </p:spPr>
        <p:txBody>
          <a:bodyPr vert="horz" wrap="square" lIns="0" tIns="0" rIns="0" bIns="91440" rtlCol="0" anchor="t">
            <a:spAutoFit/>
          </a:bodyPr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Header goes here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6A1D3F35-823C-7911-EFAD-CF828B51999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36771" y="1882839"/>
            <a:ext cx="10544003" cy="795282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None/>
              <a:defRPr lang="en-US" sz="4400" b="0" i="0" dirty="0">
                <a:solidFill>
                  <a:schemeClr val="bg1"/>
                </a:solidFill>
                <a:latin typeface="Arial" panose="020B0604020202020204" pitchFamily="34" charset="0"/>
                <a:ea typeface="Arial" panose="02000503000000020004" pitchFamily="2" charset="0"/>
                <a:cs typeface="Open Sans" pitchFamily="2" charset="0"/>
              </a:defRPr>
            </a:lvl1pPr>
          </a:lstStyle>
          <a:p>
            <a:pPr marL="457200" lvl="0" indent="-457200">
              <a:spcBef>
                <a:spcPts val="0"/>
              </a:spcBef>
            </a:pPr>
            <a:r>
              <a:rPr lang="en-US"/>
              <a:t>Subheader goes here</a:t>
            </a:r>
          </a:p>
        </p:txBody>
      </p:sp>
      <p:sp>
        <p:nvSpPr>
          <p:cNvPr id="3" name="Text Placeholder 23">
            <a:extLst>
              <a:ext uri="{FF2B5EF4-FFF2-40B4-BE49-F238E27FC236}">
                <a16:creationId xmlns:a16="http://schemas.microsoft.com/office/drawing/2014/main" id="{E3A2E88B-4D26-FE5D-4D8D-0EA9C057385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1384" y="3798691"/>
            <a:ext cx="10538543" cy="430887"/>
          </a:xfr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kumimoji="0" lang="en-US" sz="2800" b="1" u="none" strike="noStrike" cap="none" spc="150" normalizeH="0" baseline="0" smtClean="0">
                <a:ln>
                  <a:noFill/>
                </a:ln>
                <a:solidFill>
                  <a:srgbClr val="F54A05"/>
                </a:solidFill>
                <a:effectLst/>
                <a:uLnTx/>
                <a:uFillTx/>
                <a:latin typeface="+mn-lt"/>
                <a:ea typeface="Arial SemiBold" panose="02000503000000020004" pitchFamily="2" charset="0"/>
              </a:defRPr>
            </a:lvl1pPr>
            <a:lvl2pPr>
              <a:defRPr lang="en-US" sz="1800" smtClean="0">
                <a:solidFill>
                  <a:schemeClr val="tx1"/>
                </a:solidFill>
                <a:latin typeface="+mn-lt"/>
                <a:ea typeface="+mn-ea"/>
              </a:defRPr>
            </a:lvl2pPr>
            <a:lvl3pPr>
              <a:defRPr lang="en-US" sz="1800" smtClean="0">
                <a:solidFill>
                  <a:schemeClr val="tx1"/>
                </a:solidFill>
                <a:latin typeface="+mn-lt"/>
                <a:ea typeface="+mn-ea"/>
              </a:defRPr>
            </a:lvl3pPr>
            <a:lvl4pPr>
              <a:defRPr lang="en-US" sz="1800" smtClean="0">
                <a:solidFill>
                  <a:schemeClr val="tx1"/>
                </a:solidFill>
                <a:latin typeface="+mn-lt"/>
                <a:ea typeface="+mn-ea"/>
              </a:defRPr>
            </a:lvl4pPr>
            <a:lvl5pPr>
              <a:defRPr lang="en-US" sz="18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marR="0" lvl="0" indent="-457200" defTabSz="4572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PARAGRAPH HEADER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051FF6D4-A9AB-1E6C-DC06-808F74CBF25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36626" y="4603311"/>
            <a:ext cx="10543302" cy="2951962"/>
          </a:xfrm>
        </p:spPr>
        <p:txBody>
          <a:bodyPr/>
          <a:lstStyle>
            <a:lvl1pPr>
              <a:buClr>
                <a:schemeClr val="accent5"/>
              </a:buClr>
              <a:buSzPct val="80000"/>
              <a:defRPr b="0" i="0">
                <a:solidFill>
                  <a:schemeClr val="bg1"/>
                </a:solidFill>
                <a:latin typeface="+mn-lt"/>
              </a:defRPr>
            </a:lvl1pPr>
            <a:lvl2pPr>
              <a:buClr>
                <a:schemeClr val="accent5"/>
              </a:buClr>
              <a:buSzPct val="80000"/>
              <a:defRPr b="0" i="0">
                <a:solidFill>
                  <a:schemeClr val="bg1"/>
                </a:solidFill>
                <a:latin typeface="+mn-lt"/>
              </a:defRPr>
            </a:lvl2pPr>
            <a:lvl3pPr>
              <a:buClr>
                <a:schemeClr val="accent5"/>
              </a:buClr>
              <a:buSzPct val="80000"/>
              <a:defRPr b="0" i="0">
                <a:solidFill>
                  <a:schemeClr val="bg1"/>
                </a:solidFill>
                <a:latin typeface="+mn-lt"/>
              </a:defRPr>
            </a:lvl3pPr>
            <a:lvl4pPr>
              <a:buClr>
                <a:schemeClr val="accent5"/>
              </a:buClr>
              <a:buSzPct val="80000"/>
              <a:defRPr b="0" i="0">
                <a:solidFill>
                  <a:schemeClr val="bg1"/>
                </a:solidFill>
                <a:latin typeface="+mn-lt"/>
              </a:defRPr>
            </a:lvl4pPr>
            <a:lvl5pPr>
              <a:buClr>
                <a:schemeClr val="accent5"/>
              </a:buClr>
              <a:buSzPct val="80000"/>
              <a:defRPr b="0" i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3AA78A-35BC-3D3A-D673-58085B5AEC3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4385584" cy="13716891"/>
          </a:xfrm>
          <a:prstGeom prst="rect">
            <a:avLst/>
          </a:prstGeom>
        </p:spPr>
      </p:pic>
      <p:pic>
        <p:nvPicPr>
          <p:cNvPr id="8" name="Picture 7" descr="A blue and black background&#10;&#10;Description automatically generated">
            <a:extLst>
              <a:ext uri="{FF2B5EF4-FFF2-40B4-BE49-F238E27FC236}">
                <a16:creationId xmlns:a16="http://schemas.microsoft.com/office/drawing/2014/main" id="{C3BCAD08-8020-5C14-822E-34B48C426F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9841832"/>
            <a:ext cx="24387175" cy="386290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CA73746-165C-23EE-0E60-36C8A2DC832B}"/>
              </a:ext>
            </a:extLst>
          </p:cNvPr>
          <p:cNvSpPr txBox="1"/>
          <p:nvPr userDrawn="1"/>
        </p:nvSpPr>
        <p:spPr>
          <a:xfrm>
            <a:off x="915836" y="12566165"/>
            <a:ext cx="6200162" cy="2769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Neudesic, an IBM company © 2024</a:t>
            </a:r>
          </a:p>
        </p:txBody>
      </p:sp>
      <p:pic>
        <p:nvPicPr>
          <p:cNvPr id="12" name="Picture 7">
            <a:extLst>
              <a:ext uri="{FF2B5EF4-FFF2-40B4-BE49-F238E27FC236}">
                <a16:creationId xmlns:a16="http://schemas.microsoft.com/office/drawing/2014/main" id="{6688F42B-C56A-9E69-C199-67B3A22ED8F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1355050" y="12497827"/>
            <a:ext cx="2116138" cy="520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782972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Headshot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D820405-1509-3125-1C5B-095432C7149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4385584" cy="13716891"/>
          </a:xfrm>
          <a:prstGeom prst="rect">
            <a:avLst/>
          </a:prstGeom>
        </p:spPr>
      </p:pic>
      <p:pic>
        <p:nvPicPr>
          <p:cNvPr id="27" name="Picture 26" descr="A blue and black background&#10;&#10;Description automatically generated">
            <a:extLst>
              <a:ext uri="{FF2B5EF4-FFF2-40B4-BE49-F238E27FC236}">
                <a16:creationId xmlns:a16="http://schemas.microsoft.com/office/drawing/2014/main" id="{45B486F8-1FFB-F77F-1584-8CD52B910A4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9841832"/>
            <a:ext cx="24387175" cy="386290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A321145-8A6C-BCAD-4AB5-04F3095E348F}"/>
              </a:ext>
            </a:extLst>
          </p:cNvPr>
          <p:cNvSpPr txBox="1"/>
          <p:nvPr/>
        </p:nvSpPr>
        <p:spPr>
          <a:xfrm>
            <a:off x="915836" y="12566165"/>
            <a:ext cx="6200162" cy="2769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Neudesic, an IBM company © 2024</a:t>
            </a:r>
          </a:p>
        </p:txBody>
      </p:sp>
      <p:pic>
        <p:nvPicPr>
          <p:cNvPr id="11" name="Picture 7">
            <a:extLst>
              <a:ext uri="{FF2B5EF4-FFF2-40B4-BE49-F238E27FC236}">
                <a16:creationId xmlns:a16="http://schemas.microsoft.com/office/drawing/2014/main" id="{29507038-FFA2-ECFC-1E05-B5CBDF72D8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1355050" y="12497827"/>
            <a:ext cx="2116138" cy="520362"/>
          </a:xfrm>
          <a:prstGeom prst="rect">
            <a:avLst/>
          </a:prstGeom>
        </p:spPr>
      </p:pic>
      <p:sp>
        <p:nvSpPr>
          <p:cNvPr id="3" name="Picture Placeholder 33">
            <a:extLst>
              <a:ext uri="{FF2B5EF4-FFF2-40B4-BE49-F238E27FC236}">
                <a16:creationId xmlns:a16="http://schemas.microsoft.com/office/drawing/2014/main" id="{468D81BB-0F89-786E-EA9E-DDF543377BF5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1503007" y="4460535"/>
            <a:ext cx="4141719" cy="4886810"/>
          </a:xfrm>
          <a:ln w="19050">
            <a:noFill/>
          </a:ln>
        </p:spPr>
        <p:txBody>
          <a:bodyPr>
            <a:noAutofit/>
          </a:bodyPr>
          <a:lstStyle>
            <a:lvl1pPr marL="0" indent="0" algn="ctr">
              <a:buNone/>
              <a:defRPr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Picture Placeholder 33">
            <a:extLst>
              <a:ext uri="{FF2B5EF4-FFF2-40B4-BE49-F238E27FC236}">
                <a16:creationId xmlns:a16="http://schemas.microsoft.com/office/drawing/2014/main" id="{93268A54-BA10-E2E8-6ED5-D7670D04D71A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7249488" y="4460535"/>
            <a:ext cx="4141719" cy="4886810"/>
          </a:xfrm>
          <a:ln w="19050">
            <a:noFill/>
          </a:ln>
        </p:spPr>
        <p:txBody>
          <a:bodyPr>
            <a:noAutofit/>
          </a:bodyPr>
          <a:lstStyle>
            <a:lvl1pPr marL="0" indent="0" algn="ctr">
              <a:buNone/>
              <a:defRPr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33">
            <a:extLst>
              <a:ext uri="{FF2B5EF4-FFF2-40B4-BE49-F238E27FC236}">
                <a16:creationId xmlns:a16="http://schemas.microsoft.com/office/drawing/2014/main" id="{D0DAE564-54C8-F39E-06A4-670B7B07B16B}"/>
              </a:ext>
            </a:extLst>
          </p:cNvPr>
          <p:cNvSpPr>
            <a:spLocks noGrp="1" noChangeAspect="1"/>
          </p:cNvSpPr>
          <p:nvPr>
            <p:ph type="pic" sz="quarter" idx="21"/>
          </p:nvPr>
        </p:nvSpPr>
        <p:spPr>
          <a:xfrm>
            <a:off x="18742449" y="4460535"/>
            <a:ext cx="4141719" cy="4886810"/>
          </a:xfrm>
          <a:ln w="19050">
            <a:noFill/>
          </a:ln>
        </p:spPr>
        <p:txBody>
          <a:bodyPr>
            <a:noAutofit/>
          </a:bodyPr>
          <a:lstStyle>
            <a:lvl1pPr marL="0" indent="0" algn="ctr">
              <a:buNone/>
              <a:defRPr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33">
            <a:extLst>
              <a:ext uri="{FF2B5EF4-FFF2-40B4-BE49-F238E27FC236}">
                <a16:creationId xmlns:a16="http://schemas.microsoft.com/office/drawing/2014/main" id="{0D3E6ACE-88C8-214A-7986-68CD43496EB6}"/>
              </a:ext>
            </a:extLst>
          </p:cNvPr>
          <p:cNvSpPr>
            <a:spLocks noGrp="1" noChangeAspect="1"/>
          </p:cNvSpPr>
          <p:nvPr>
            <p:ph type="pic" sz="quarter" idx="22"/>
          </p:nvPr>
        </p:nvSpPr>
        <p:spPr>
          <a:xfrm>
            <a:off x="12995969" y="4460535"/>
            <a:ext cx="4141719" cy="4886810"/>
          </a:xfrm>
          <a:ln w="19050">
            <a:noFill/>
          </a:ln>
        </p:spPr>
        <p:txBody>
          <a:bodyPr>
            <a:noAutofit/>
          </a:bodyPr>
          <a:lstStyle>
            <a:lvl1pPr marL="0" indent="0" algn="ctr">
              <a:buNone/>
              <a:defRPr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3450AA87-9A9F-BC53-2C3F-7B8D6D22541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18662" y="9712031"/>
            <a:ext cx="4126064" cy="506101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None/>
              <a:defRPr lang="en-US" sz="2800" b="0" i="0" dirty="0">
                <a:solidFill>
                  <a:schemeClr val="accent4"/>
                </a:solidFill>
                <a:latin typeface="+mn-lt"/>
                <a:ea typeface="Arial" panose="02000503000000020004" pitchFamily="2" charset="0"/>
                <a:cs typeface="Open Sans" pitchFamily="2" charset="0"/>
              </a:defRPr>
            </a:lvl1pPr>
          </a:lstStyle>
          <a:p>
            <a:pPr marL="457200" lvl="0" indent="-457200">
              <a:spcBef>
                <a:spcPts val="0"/>
              </a:spcBef>
            </a:pPr>
            <a:r>
              <a:rPr lang="en-US"/>
              <a:t>Firstname Lastname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FE15DE13-BE4D-2178-C93E-CABBF2E722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18662" y="10325643"/>
            <a:ext cx="4126064" cy="361446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None/>
              <a:defRPr lang="en-US" sz="2000" b="0" i="0" dirty="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Open Sans" pitchFamily="2" charset="0"/>
              </a:defRPr>
            </a:lvl1pPr>
          </a:lstStyle>
          <a:p>
            <a:pPr marL="457200" lvl="0" indent="-457200">
              <a:spcBef>
                <a:spcPts val="0"/>
              </a:spcBef>
            </a:pPr>
            <a:r>
              <a:rPr lang="en-US"/>
              <a:t>Position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1985A27A-DA74-A6D4-30B5-E3A7D717D53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254444" y="9712031"/>
            <a:ext cx="4126064" cy="506101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None/>
              <a:defRPr lang="en-US" sz="2800" b="0" i="0" dirty="0">
                <a:solidFill>
                  <a:schemeClr val="accent4"/>
                </a:solidFill>
                <a:latin typeface="+mn-lt"/>
                <a:ea typeface="Arial" panose="02000503000000020004" pitchFamily="2" charset="0"/>
                <a:cs typeface="Open Sans" pitchFamily="2" charset="0"/>
              </a:defRPr>
            </a:lvl1pPr>
          </a:lstStyle>
          <a:p>
            <a:pPr marL="457200" lvl="0" indent="-457200">
              <a:spcBef>
                <a:spcPts val="0"/>
              </a:spcBef>
            </a:pPr>
            <a:r>
              <a:rPr lang="en-US"/>
              <a:t>Firstname Lastname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E70D58EE-CFC5-DBAB-7E9E-DB677A1BEC2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254444" y="10325643"/>
            <a:ext cx="4126064" cy="361446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None/>
              <a:defRPr lang="en-US" sz="2000" b="0" i="0" dirty="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Open Sans" pitchFamily="2" charset="0"/>
              </a:defRPr>
            </a:lvl1pPr>
          </a:lstStyle>
          <a:p>
            <a:pPr marL="457200" lvl="0" indent="-457200">
              <a:spcBef>
                <a:spcPts val="0"/>
              </a:spcBef>
            </a:pPr>
            <a:r>
              <a:rPr lang="en-US"/>
              <a:t>Position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9C6D445-778D-CF5A-DCF5-EB464C38C98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990226" y="9712031"/>
            <a:ext cx="4126064" cy="506101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None/>
              <a:defRPr lang="en-US" sz="2800" b="0" i="0" dirty="0">
                <a:solidFill>
                  <a:schemeClr val="accent4"/>
                </a:solidFill>
                <a:latin typeface="+mn-lt"/>
                <a:ea typeface="Arial" panose="02000503000000020004" pitchFamily="2" charset="0"/>
                <a:cs typeface="Open Sans" pitchFamily="2" charset="0"/>
              </a:defRPr>
            </a:lvl1pPr>
          </a:lstStyle>
          <a:p>
            <a:pPr marL="457200" lvl="0" indent="-457200">
              <a:spcBef>
                <a:spcPts val="0"/>
              </a:spcBef>
            </a:pPr>
            <a:r>
              <a:rPr lang="en-US"/>
              <a:t>Firstname Lastname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16067F38-A95E-8B11-B5EA-DC1BEE2EC83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990226" y="10325643"/>
            <a:ext cx="4126064" cy="361446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None/>
              <a:defRPr lang="en-US" sz="2000" b="0" i="0" dirty="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Open Sans" pitchFamily="2" charset="0"/>
              </a:defRPr>
            </a:lvl1pPr>
          </a:lstStyle>
          <a:p>
            <a:pPr marL="457200" lvl="0" indent="-457200">
              <a:spcBef>
                <a:spcPts val="0"/>
              </a:spcBef>
            </a:pPr>
            <a:r>
              <a:rPr lang="en-US"/>
              <a:t>Position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09268539-0612-AEFA-FB51-997EA8AB2A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8726008" y="9712031"/>
            <a:ext cx="4126064" cy="506101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None/>
              <a:defRPr lang="en-US" sz="2800" b="0" i="0" dirty="0">
                <a:solidFill>
                  <a:schemeClr val="accent4"/>
                </a:solidFill>
                <a:latin typeface="+mn-lt"/>
                <a:ea typeface="Arial" panose="02000503000000020004" pitchFamily="2" charset="0"/>
                <a:cs typeface="Open Sans" pitchFamily="2" charset="0"/>
              </a:defRPr>
            </a:lvl1pPr>
          </a:lstStyle>
          <a:p>
            <a:pPr marL="457200" lvl="0" indent="-457200">
              <a:spcBef>
                <a:spcPts val="0"/>
              </a:spcBef>
            </a:pPr>
            <a:r>
              <a:rPr lang="en-US"/>
              <a:t>Firstname Lastname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1A14A65A-F099-9F08-951D-4D7EAA96845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8726008" y="10325643"/>
            <a:ext cx="4126064" cy="361446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None/>
              <a:defRPr lang="en-US" sz="2000" b="0" i="0" dirty="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Open Sans" pitchFamily="2" charset="0"/>
              </a:defRPr>
            </a:lvl1pPr>
          </a:lstStyle>
          <a:p>
            <a:pPr marL="457200" lvl="0" indent="-457200">
              <a:spcBef>
                <a:spcPts val="0"/>
              </a:spcBef>
            </a:pPr>
            <a:r>
              <a:rPr lang="en-US"/>
              <a:t>Position</a:t>
            </a:r>
          </a:p>
        </p:txBody>
      </p:sp>
      <p:sp>
        <p:nvSpPr>
          <p:cNvPr id="28" name="Title Placeholder 1">
            <a:extLst>
              <a:ext uri="{FF2B5EF4-FFF2-40B4-BE49-F238E27FC236}">
                <a16:creationId xmlns:a16="http://schemas.microsoft.com/office/drawing/2014/main" id="{E2FCF511-D0F1-3AB0-9CE0-DE518443FD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6769" y="914400"/>
            <a:ext cx="21947399" cy="1006429"/>
          </a:xfrm>
          <a:prstGeom prst="rect">
            <a:avLst/>
          </a:prstGeom>
        </p:spPr>
        <p:txBody>
          <a:bodyPr vert="horz" wrap="square" lIns="0" tIns="0" rIns="0" bIns="91440" rtlCol="0" anchor="t">
            <a:spAutoFit/>
          </a:bodyPr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Header goes here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1A8E45E9-F59A-A844-4FA5-FD950717BC1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36770" y="1882839"/>
            <a:ext cx="21947397" cy="795282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None/>
              <a:defRPr lang="en-US" sz="4400" b="0" i="0" dirty="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Open Sans" pitchFamily="2" charset="0"/>
              </a:defRPr>
            </a:lvl1pPr>
          </a:lstStyle>
          <a:p>
            <a:pPr marL="457200" lvl="0" indent="-457200">
              <a:spcBef>
                <a:spcPts val="0"/>
              </a:spcBef>
            </a:pPr>
            <a:r>
              <a:rPr lang="en-US"/>
              <a:t>Subheader goes here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65E9A3-0AD4-28C2-A737-F55FF1FF800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4385584" cy="13716891"/>
          </a:xfrm>
          <a:prstGeom prst="rect">
            <a:avLst/>
          </a:prstGeom>
        </p:spPr>
      </p:pic>
      <p:pic>
        <p:nvPicPr>
          <p:cNvPr id="6" name="Picture 5" descr="A blue and black background&#10;&#10;Description automatically generated">
            <a:extLst>
              <a:ext uri="{FF2B5EF4-FFF2-40B4-BE49-F238E27FC236}">
                <a16:creationId xmlns:a16="http://schemas.microsoft.com/office/drawing/2014/main" id="{0A477113-DC38-3598-8DFE-1A2981685A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9841832"/>
            <a:ext cx="24387175" cy="386290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5797416-F9DE-4184-5F40-B4FFAFD47207}"/>
              </a:ext>
            </a:extLst>
          </p:cNvPr>
          <p:cNvSpPr txBox="1"/>
          <p:nvPr userDrawn="1"/>
        </p:nvSpPr>
        <p:spPr>
          <a:xfrm>
            <a:off x="915836" y="12566165"/>
            <a:ext cx="6200162" cy="2769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Neudesic, an IBM company © 2024</a:t>
            </a:r>
          </a:p>
        </p:txBody>
      </p:sp>
      <p:pic>
        <p:nvPicPr>
          <p:cNvPr id="10" name="Picture 7">
            <a:extLst>
              <a:ext uri="{FF2B5EF4-FFF2-40B4-BE49-F238E27FC236}">
                <a16:creationId xmlns:a16="http://schemas.microsoft.com/office/drawing/2014/main" id="{B72FF647-939D-1FC0-A359-D47B9EA4756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1355050" y="12497827"/>
            <a:ext cx="2116138" cy="520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947752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Quote with headsho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B1F1162-65BA-41A4-C185-55E720A8775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4385584" cy="13716891"/>
          </a:xfrm>
          <a:prstGeom prst="rect">
            <a:avLst/>
          </a:prstGeom>
        </p:spPr>
      </p:pic>
      <p:pic>
        <p:nvPicPr>
          <p:cNvPr id="10" name="Picture 9" descr="A blue and black background&#10;&#10;Description automatically generated">
            <a:extLst>
              <a:ext uri="{FF2B5EF4-FFF2-40B4-BE49-F238E27FC236}">
                <a16:creationId xmlns:a16="http://schemas.microsoft.com/office/drawing/2014/main" id="{31C267E0-D3A9-4662-F364-5614FC5CBF7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9841832"/>
            <a:ext cx="24387175" cy="38629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54FE42D-73A9-B6F7-3F51-92D08456067A}"/>
              </a:ext>
            </a:extLst>
          </p:cNvPr>
          <p:cNvSpPr txBox="1"/>
          <p:nvPr/>
        </p:nvSpPr>
        <p:spPr>
          <a:xfrm>
            <a:off x="915836" y="12566165"/>
            <a:ext cx="6200162" cy="2769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Neudesic, an IBM company © 2024</a:t>
            </a:r>
          </a:p>
        </p:txBody>
      </p:sp>
      <p:pic>
        <p:nvPicPr>
          <p:cNvPr id="9" name="Picture 7">
            <a:extLst>
              <a:ext uri="{FF2B5EF4-FFF2-40B4-BE49-F238E27FC236}">
                <a16:creationId xmlns:a16="http://schemas.microsoft.com/office/drawing/2014/main" id="{CCAE7180-9416-F193-CDD4-62820D7EE7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1355050" y="12497827"/>
            <a:ext cx="2116138" cy="520362"/>
          </a:xfrm>
          <a:prstGeom prst="rect">
            <a:avLst/>
          </a:prstGeom>
        </p:spPr>
      </p:pic>
      <p:sp>
        <p:nvSpPr>
          <p:cNvPr id="12" name="Picture Placeholder 33">
            <a:extLst>
              <a:ext uri="{FF2B5EF4-FFF2-40B4-BE49-F238E27FC236}">
                <a16:creationId xmlns:a16="http://schemas.microsoft.com/office/drawing/2014/main" id="{0FEB929F-CA5E-7394-865C-BE8291D74995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18036829" y="4063737"/>
            <a:ext cx="4141719" cy="501804"/>
          </a:xfrm>
          <a:ln w="19050">
            <a:noFill/>
          </a:ln>
        </p:spPr>
        <p:txBody>
          <a:bodyPr/>
          <a:lstStyle>
            <a:lvl1pPr marL="0" indent="0" algn="ctr">
              <a:buNone/>
              <a:defRPr b="0" i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BBF1C532-1841-E566-EF34-C3509A6697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369127" y="4063738"/>
            <a:ext cx="13959444" cy="1231106"/>
          </a:xfr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000" b="0" i="0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  <a:lvl2pPr>
              <a:defRPr b="0" i="0">
                <a:latin typeface="Poppins" panose="020B0503030300000000" pitchFamily="34" charset="0"/>
              </a:defRPr>
            </a:lvl2pPr>
            <a:lvl3pPr>
              <a:defRPr b="0" i="0">
                <a:latin typeface="Poppins" panose="020B0503030300000000" pitchFamily="34" charset="0"/>
              </a:defRPr>
            </a:lvl3pPr>
            <a:lvl4pPr>
              <a:defRPr b="0" i="0">
                <a:latin typeface="Poppins" panose="020B0503030300000000" pitchFamily="34" charset="0"/>
              </a:defRPr>
            </a:lvl4pPr>
            <a:lvl5pPr>
              <a:defRPr b="0" i="0">
                <a:latin typeface="Poppins" panose="020B0503030300000000" pitchFamily="34" charset="0"/>
              </a:defRPr>
            </a:lvl5pPr>
          </a:lstStyle>
          <a:p>
            <a:pPr lvl="0"/>
            <a:r>
              <a:rPr lang="en-US"/>
              <a:t>Quote goes here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DD0BBC-6A48-F622-EC5F-EE8C0E63FDE5}"/>
              </a:ext>
            </a:extLst>
          </p:cNvPr>
          <p:cNvSpPr txBox="1"/>
          <p:nvPr/>
        </p:nvSpPr>
        <p:spPr>
          <a:xfrm>
            <a:off x="609600" y="2149019"/>
            <a:ext cx="3519055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0">
                <a:solidFill>
                  <a:srgbClr val="B8D6E3"/>
                </a:solidFill>
                <a:latin typeface="+mj-lt"/>
              </a:rPr>
              <a:t>“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0B118081-973E-84DF-A30B-C56FB3E6FFD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137170" y="9605556"/>
            <a:ext cx="6191401" cy="506101"/>
          </a:xfrm>
        </p:spPr>
        <p:txBody>
          <a:bodyPr wrap="square" anchor="t">
            <a:spAutoFit/>
          </a:bodyPr>
          <a:lstStyle>
            <a:lvl1pPr marL="0" indent="0" algn="r">
              <a:spcBef>
                <a:spcPts val="0"/>
              </a:spcBef>
              <a:buNone/>
              <a:defRPr sz="2800" b="0" i="0" spc="150" baseline="0">
                <a:solidFill>
                  <a:srgbClr val="F54A05"/>
                </a:solidFill>
                <a:latin typeface="+mn-lt"/>
              </a:defRPr>
            </a:lvl1pPr>
            <a:lvl2pPr>
              <a:defRPr b="0" i="0">
                <a:latin typeface="Poppins" panose="020B0503030300000000" pitchFamily="34" charset="0"/>
              </a:defRPr>
            </a:lvl2pPr>
            <a:lvl3pPr>
              <a:defRPr b="0" i="0">
                <a:latin typeface="Poppins" panose="020B0503030300000000" pitchFamily="34" charset="0"/>
              </a:defRPr>
            </a:lvl3pPr>
            <a:lvl4pPr>
              <a:defRPr b="0" i="0">
                <a:latin typeface="Poppins" panose="020B0503030300000000" pitchFamily="34" charset="0"/>
              </a:defRPr>
            </a:lvl4pPr>
            <a:lvl5pPr>
              <a:defRPr b="0" i="0">
                <a:latin typeface="Poppins" panose="020B0503030300000000" pitchFamily="34" charset="0"/>
              </a:defRPr>
            </a:lvl5pPr>
          </a:lstStyle>
          <a:p>
            <a:pPr lvl="0"/>
            <a:r>
              <a:rPr lang="en-US"/>
              <a:t>—ATTRIBUTION NAME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05ACC6D-3E7F-61D7-A9CD-C05605CA873D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470592" y="8867419"/>
            <a:ext cx="5274191" cy="2370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8B53445-3E9B-CDCF-E495-EF9DA6D3BF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4385584" cy="13716891"/>
          </a:xfrm>
          <a:prstGeom prst="rect">
            <a:avLst/>
          </a:prstGeom>
        </p:spPr>
      </p:pic>
      <p:pic>
        <p:nvPicPr>
          <p:cNvPr id="8" name="Picture 7" descr="A blue and black background&#10;&#10;Description automatically generated">
            <a:extLst>
              <a:ext uri="{FF2B5EF4-FFF2-40B4-BE49-F238E27FC236}">
                <a16:creationId xmlns:a16="http://schemas.microsoft.com/office/drawing/2014/main" id="{599F4E08-26DB-C43F-6D5B-FBEBF54CCDF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9841832"/>
            <a:ext cx="24387175" cy="386290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33A1A40-4CBE-42CE-A4F3-E1BE2793EA3E}"/>
              </a:ext>
            </a:extLst>
          </p:cNvPr>
          <p:cNvSpPr txBox="1"/>
          <p:nvPr userDrawn="1"/>
        </p:nvSpPr>
        <p:spPr>
          <a:xfrm>
            <a:off x="915836" y="12566165"/>
            <a:ext cx="6200162" cy="2769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Neudesic, an IBM company © 2024</a:t>
            </a:r>
          </a:p>
        </p:txBody>
      </p:sp>
      <p:pic>
        <p:nvPicPr>
          <p:cNvPr id="13" name="Picture 7">
            <a:extLst>
              <a:ext uri="{FF2B5EF4-FFF2-40B4-BE49-F238E27FC236}">
                <a16:creationId xmlns:a16="http://schemas.microsoft.com/office/drawing/2014/main" id="{AA771229-FA51-005D-5A65-BB634B7F78D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1355050" y="12497827"/>
            <a:ext cx="2116138" cy="5203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960E7E0-DB37-7B9F-C478-6B0DE4AF5B10}"/>
              </a:ext>
            </a:extLst>
          </p:cNvPr>
          <p:cNvSpPr txBox="1"/>
          <p:nvPr userDrawn="1"/>
        </p:nvSpPr>
        <p:spPr>
          <a:xfrm>
            <a:off x="609600" y="2149019"/>
            <a:ext cx="3519055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0">
                <a:solidFill>
                  <a:srgbClr val="B8D6E3"/>
                </a:solidFill>
                <a:latin typeface="+mj-lt"/>
              </a:rPr>
              <a:t>“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17890C0-6C2B-71B9-A892-1798DE1B5916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470592" y="8867419"/>
            <a:ext cx="5274191" cy="237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618591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Quot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92A6E97-736E-C417-52A1-195DD661B60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4385584" cy="13716891"/>
          </a:xfrm>
          <a:prstGeom prst="rect">
            <a:avLst/>
          </a:prstGeom>
        </p:spPr>
      </p:pic>
      <p:pic>
        <p:nvPicPr>
          <p:cNvPr id="3" name="Picture 2" descr="A blue and black background&#10;&#10;Description automatically generated">
            <a:extLst>
              <a:ext uri="{FF2B5EF4-FFF2-40B4-BE49-F238E27FC236}">
                <a16:creationId xmlns:a16="http://schemas.microsoft.com/office/drawing/2014/main" id="{673B44B2-B574-386D-ABE7-274E12377E3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9841832"/>
            <a:ext cx="24387175" cy="3862901"/>
          </a:xfrm>
          <a:prstGeom prst="rect">
            <a:avLst/>
          </a:prstGeom>
        </p:spPr>
      </p:pic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67BC568C-5BDE-8E74-6DC9-2D2EF35F6AA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369127" y="4063738"/>
            <a:ext cx="19437928" cy="1231106"/>
          </a:xfr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000" b="0" i="0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  <a:lvl2pPr>
              <a:defRPr b="0" i="0">
                <a:latin typeface="Poppins" panose="020B0503030300000000" pitchFamily="34" charset="0"/>
              </a:defRPr>
            </a:lvl2pPr>
            <a:lvl3pPr>
              <a:defRPr b="0" i="0">
                <a:latin typeface="Poppins" panose="020B0503030300000000" pitchFamily="34" charset="0"/>
              </a:defRPr>
            </a:lvl3pPr>
            <a:lvl4pPr>
              <a:defRPr b="0" i="0">
                <a:latin typeface="Poppins" panose="020B0503030300000000" pitchFamily="34" charset="0"/>
              </a:defRPr>
            </a:lvl4pPr>
            <a:lvl5pPr>
              <a:defRPr b="0" i="0">
                <a:latin typeface="Poppins" panose="020B0503030300000000" pitchFamily="34" charset="0"/>
              </a:defRPr>
            </a:lvl5pPr>
          </a:lstStyle>
          <a:p>
            <a:pPr lvl="0"/>
            <a:r>
              <a:rPr lang="en-US"/>
              <a:t>Quote goes here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74853F-712F-23BA-A5D0-43291A9B798F}"/>
              </a:ext>
            </a:extLst>
          </p:cNvPr>
          <p:cNvSpPr txBox="1"/>
          <p:nvPr/>
        </p:nvSpPr>
        <p:spPr>
          <a:xfrm>
            <a:off x="609600" y="2149019"/>
            <a:ext cx="3519055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0">
                <a:solidFill>
                  <a:srgbClr val="B8D6E3"/>
                </a:solidFill>
                <a:latin typeface="+mj-lt"/>
              </a:rPr>
              <a:t>“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E1090159-03D8-3897-2052-1632427627A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615654" y="9605556"/>
            <a:ext cx="6191401" cy="506101"/>
          </a:xfrm>
        </p:spPr>
        <p:txBody>
          <a:bodyPr wrap="square" anchor="t">
            <a:spAutoFit/>
          </a:bodyPr>
          <a:lstStyle>
            <a:lvl1pPr marL="0" indent="0" algn="r">
              <a:spcBef>
                <a:spcPts val="0"/>
              </a:spcBef>
              <a:buNone/>
              <a:defRPr sz="2800" b="0" i="0" spc="150" baseline="0">
                <a:solidFill>
                  <a:srgbClr val="F54A05"/>
                </a:solidFill>
                <a:latin typeface="+mn-lt"/>
                <a:ea typeface="Arial" panose="02000503000000020004" pitchFamily="2" charset="0"/>
              </a:defRPr>
            </a:lvl1pPr>
            <a:lvl2pPr>
              <a:defRPr b="0" i="0">
                <a:latin typeface="Poppins" panose="020B0503030300000000" pitchFamily="34" charset="0"/>
              </a:defRPr>
            </a:lvl2pPr>
            <a:lvl3pPr>
              <a:defRPr b="0" i="0">
                <a:latin typeface="Poppins" panose="020B0503030300000000" pitchFamily="34" charset="0"/>
              </a:defRPr>
            </a:lvl3pPr>
            <a:lvl4pPr>
              <a:defRPr b="0" i="0">
                <a:latin typeface="Poppins" panose="020B0503030300000000" pitchFamily="34" charset="0"/>
              </a:defRPr>
            </a:lvl4pPr>
            <a:lvl5pPr>
              <a:defRPr b="0" i="0">
                <a:latin typeface="Poppins" panose="020B0503030300000000" pitchFamily="34" charset="0"/>
              </a:defRPr>
            </a:lvl5pPr>
          </a:lstStyle>
          <a:p>
            <a:pPr lvl="0"/>
            <a:r>
              <a:rPr lang="en-US"/>
              <a:t>—ATTRIBUTION NAME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700CC3-29E1-B98A-A9A7-ED85C8FC0865}"/>
              </a:ext>
            </a:extLst>
          </p:cNvPr>
          <p:cNvSpPr txBox="1"/>
          <p:nvPr/>
        </p:nvSpPr>
        <p:spPr>
          <a:xfrm>
            <a:off x="915836" y="12566165"/>
            <a:ext cx="6200162" cy="2769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Neudesic, an IBM company © 2024</a:t>
            </a:r>
          </a:p>
        </p:txBody>
      </p:sp>
      <p:pic>
        <p:nvPicPr>
          <p:cNvPr id="11" name="Picture 7">
            <a:extLst>
              <a:ext uri="{FF2B5EF4-FFF2-40B4-BE49-F238E27FC236}">
                <a16:creationId xmlns:a16="http://schemas.microsoft.com/office/drawing/2014/main" id="{7597E4E3-CD8F-1AC6-9920-FEC5ED60D0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1355050" y="12497827"/>
            <a:ext cx="2116138" cy="52036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3E30F15-0B0B-3ABB-3984-383BA8C4E8F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4385584" cy="13716891"/>
          </a:xfrm>
          <a:prstGeom prst="rect">
            <a:avLst/>
          </a:prstGeom>
        </p:spPr>
      </p:pic>
      <p:pic>
        <p:nvPicPr>
          <p:cNvPr id="7" name="Picture 6" descr="A blue and black background&#10;&#10;Description automatically generated">
            <a:extLst>
              <a:ext uri="{FF2B5EF4-FFF2-40B4-BE49-F238E27FC236}">
                <a16:creationId xmlns:a16="http://schemas.microsoft.com/office/drawing/2014/main" id="{270B8C8D-0A78-0271-C68E-071D8CC73D8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9841832"/>
            <a:ext cx="24387175" cy="386290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6820499-7A4B-9938-FDC3-E56F0F29396B}"/>
              </a:ext>
            </a:extLst>
          </p:cNvPr>
          <p:cNvSpPr txBox="1"/>
          <p:nvPr userDrawn="1"/>
        </p:nvSpPr>
        <p:spPr>
          <a:xfrm>
            <a:off x="609600" y="2149019"/>
            <a:ext cx="3519055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0">
                <a:solidFill>
                  <a:srgbClr val="B8D6E3"/>
                </a:solidFill>
                <a:latin typeface="+mj-lt"/>
              </a:rPr>
              <a:t>“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E10F53-6755-1E85-ED6A-9262EBC65AB2}"/>
              </a:ext>
            </a:extLst>
          </p:cNvPr>
          <p:cNvSpPr txBox="1"/>
          <p:nvPr userDrawn="1"/>
        </p:nvSpPr>
        <p:spPr>
          <a:xfrm>
            <a:off x="915836" y="12566165"/>
            <a:ext cx="6200162" cy="2769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Neudesic, an IBM company © 2024</a:t>
            </a:r>
          </a:p>
        </p:txBody>
      </p:sp>
      <p:pic>
        <p:nvPicPr>
          <p:cNvPr id="13" name="Picture 7">
            <a:extLst>
              <a:ext uri="{FF2B5EF4-FFF2-40B4-BE49-F238E27FC236}">
                <a16:creationId xmlns:a16="http://schemas.microsoft.com/office/drawing/2014/main" id="{76E21A25-7219-3EB7-2A99-A43E842CBCF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1355050" y="12497827"/>
            <a:ext cx="2116138" cy="520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509790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Header with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e and black background&#10;&#10;Description automatically generated">
            <a:extLst>
              <a:ext uri="{FF2B5EF4-FFF2-40B4-BE49-F238E27FC236}">
                <a16:creationId xmlns:a16="http://schemas.microsoft.com/office/drawing/2014/main" id="{48E9533C-C4A4-FF70-7BBA-0BA79EFA109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9841832"/>
            <a:ext cx="24387175" cy="386290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4747B68-D47A-159F-62D4-D496FD6FA2F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4340508" cy="48985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1821DD9-4A34-44F4-57BF-6553F4A5510C}"/>
              </a:ext>
            </a:extLst>
          </p:cNvPr>
          <p:cNvSpPr txBox="1"/>
          <p:nvPr/>
        </p:nvSpPr>
        <p:spPr>
          <a:xfrm>
            <a:off x="915836" y="12566165"/>
            <a:ext cx="6200162" cy="2769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Neudesic, an IBM company © 2024</a:t>
            </a:r>
          </a:p>
        </p:txBody>
      </p:sp>
      <p:pic>
        <p:nvPicPr>
          <p:cNvPr id="11" name="Picture 7">
            <a:extLst>
              <a:ext uri="{FF2B5EF4-FFF2-40B4-BE49-F238E27FC236}">
                <a16:creationId xmlns:a16="http://schemas.microsoft.com/office/drawing/2014/main" id="{19C8514B-19DA-CA2A-D56A-BBD04ED252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1355050" y="12497827"/>
            <a:ext cx="2116138" cy="520362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DC3F91-F649-1786-96C6-5C3E6E466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6769" y="914400"/>
            <a:ext cx="22534418" cy="1006429"/>
          </a:xfrm>
          <a:prstGeom prst="rect">
            <a:avLst/>
          </a:prstGeom>
        </p:spPr>
        <p:txBody>
          <a:bodyPr vert="horz" wrap="square" lIns="0" tIns="0" rIns="0" bIns="91440" rtlCol="0" anchor="t">
            <a:spAutoFit/>
          </a:bodyPr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Header goes here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6503CFA-00D9-E1B0-7189-C4C52DBD31EB}"/>
              </a:ext>
            </a:extLst>
          </p:cNvPr>
          <p:cNvSpPr/>
          <p:nvPr/>
        </p:nvSpPr>
        <p:spPr>
          <a:xfrm>
            <a:off x="936624" y="3402012"/>
            <a:ext cx="22534563" cy="8302584"/>
          </a:xfrm>
          <a:prstGeom prst="roundRect">
            <a:avLst>
              <a:gd name="adj" fmla="val 1856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32B21DBE-90EE-2507-E2A7-00F8E8373988}"/>
              </a:ext>
            </a:extLst>
          </p:cNvPr>
          <p:cNvSpPr>
            <a:spLocks noGrp="1"/>
          </p:cNvSpPr>
          <p:nvPr>
            <p:ph type="tbl" sz="quarter" idx="15" hasCustomPrompt="1"/>
          </p:nvPr>
        </p:nvSpPr>
        <p:spPr>
          <a:xfrm>
            <a:off x="1749424" y="4898571"/>
            <a:ext cx="20908963" cy="5980046"/>
          </a:xfr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+mn-lt"/>
              </a:defRPr>
            </a:lvl1pPr>
          </a:lstStyle>
          <a:p>
            <a:r>
              <a:rPr lang="en-US" err="1"/>
              <a:t>Inser</a:t>
            </a:r>
            <a:r>
              <a:rPr lang="en-US"/>
              <a:t> table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CD9176B-14D4-DC69-1D67-21C830F6271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72575" y="3857625"/>
            <a:ext cx="6143625" cy="506101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tx1"/>
                </a:solidFill>
                <a:latin typeface="+mn-lt"/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chemeClr val="tx1"/>
                </a:solidFill>
              </a:defRPr>
            </a:lvl3pPr>
            <a:lvl4pPr marL="2743200" indent="0">
              <a:buNone/>
              <a:defRPr>
                <a:solidFill>
                  <a:schemeClr val="tx1"/>
                </a:solidFill>
              </a:defRPr>
            </a:lvl4pPr>
            <a:lvl5pPr marL="36576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Table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22AE331-83F9-2857-B038-A2F8D97D3B9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36770" y="1882839"/>
            <a:ext cx="22534416" cy="795282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None/>
              <a:defRPr lang="en-US" sz="4400" b="0" i="0" dirty="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Open Sans" pitchFamily="2" charset="0"/>
              </a:defRPr>
            </a:lvl1pPr>
          </a:lstStyle>
          <a:p>
            <a:pPr marL="457200" lvl="0" indent="-457200">
              <a:spcBef>
                <a:spcPts val="0"/>
              </a:spcBef>
            </a:pPr>
            <a:r>
              <a:rPr lang="en-US"/>
              <a:t>Subheader goes here</a:t>
            </a:r>
          </a:p>
        </p:txBody>
      </p:sp>
      <p:pic>
        <p:nvPicPr>
          <p:cNvPr id="3" name="Picture 2" descr="A blue and black background&#10;&#10;Description automatically generated">
            <a:extLst>
              <a:ext uri="{FF2B5EF4-FFF2-40B4-BE49-F238E27FC236}">
                <a16:creationId xmlns:a16="http://schemas.microsoft.com/office/drawing/2014/main" id="{E508D178-B96E-270B-675A-D8F2DC1A5DC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9841832"/>
            <a:ext cx="24387175" cy="38629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BEDB9AB-55F1-8E39-B2EA-21E0FB613C6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4340508" cy="489857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00CB0ED-1B49-8ED1-9F93-C2E908FC79F2}"/>
              </a:ext>
            </a:extLst>
          </p:cNvPr>
          <p:cNvSpPr txBox="1"/>
          <p:nvPr userDrawn="1"/>
        </p:nvSpPr>
        <p:spPr>
          <a:xfrm>
            <a:off x="915836" y="12566165"/>
            <a:ext cx="6200162" cy="2769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Neudesic, an IBM company © 2024</a:t>
            </a:r>
          </a:p>
        </p:txBody>
      </p:sp>
      <p:pic>
        <p:nvPicPr>
          <p:cNvPr id="14" name="Picture 7">
            <a:extLst>
              <a:ext uri="{FF2B5EF4-FFF2-40B4-BE49-F238E27FC236}">
                <a16:creationId xmlns:a16="http://schemas.microsoft.com/office/drawing/2014/main" id="{2FDEDFE1-2109-7B12-DC56-6F74459E0A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1355050" y="12497827"/>
            <a:ext cx="2116138" cy="520362"/>
          </a:xfrm>
          <a:prstGeom prst="rect">
            <a:avLst/>
          </a:prstGeom>
        </p:spPr>
      </p:pic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0E68449-4381-4725-9597-1FA4527174C4}"/>
              </a:ext>
            </a:extLst>
          </p:cNvPr>
          <p:cNvSpPr/>
          <p:nvPr userDrawn="1"/>
        </p:nvSpPr>
        <p:spPr>
          <a:xfrm>
            <a:off x="936624" y="3402012"/>
            <a:ext cx="22534563" cy="8302584"/>
          </a:xfrm>
          <a:prstGeom prst="roundRect">
            <a:avLst>
              <a:gd name="adj" fmla="val 1856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311411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Header with 3 column stat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D820405-1509-3125-1C5B-095432C7149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4385584" cy="13716891"/>
          </a:xfrm>
          <a:prstGeom prst="rect">
            <a:avLst/>
          </a:prstGeom>
        </p:spPr>
      </p:pic>
      <p:pic>
        <p:nvPicPr>
          <p:cNvPr id="27" name="Picture 26" descr="A blue and black background&#10;&#10;Description automatically generated">
            <a:extLst>
              <a:ext uri="{FF2B5EF4-FFF2-40B4-BE49-F238E27FC236}">
                <a16:creationId xmlns:a16="http://schemas.microsoft.com/office/drawing/2014/main" id="{45B486F8-1FFB-F77F-1584-8CD52B910A4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9841832"/>
            <a:ext cx="24387175" cy="386290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A321145-8A6C-BCAD-4AB5-04F3095E348F}"/>
              </a:ext>
            </a:extLst>
          </p:cNvPr>
          <p:cNvSpPr txBox="1"/>
          <p:nvPr/>
        </p:nvSpPr>
        <p:spPr>
          <a:xfrm>
            <a:off x="915836" y="12566165"/>
            <a:ext cx="6200162" cy="2769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Neudesic, an IBM company © 2024</a:t>
            </a:r>
          </a:p>
        </p:txBody>
      </p:sp>
      <p:pic>
        <p:nvPicPr>
          <p:cNvPr id="11" name="Picture 7">
            <a:extLst>
              <a:ext uri="{FF2B5EF4-FFF2-40B4-BE49-F238E27FC236}">
                <a16:creationId xmlns:a16="http://schemas.microsoft.com/office/drawing/2014/main" id="{29507038-FFA2-ECFC-1E05-B5CBDF72D8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1355050" y="12497827"/>
            <a:ext cx="2116138" cy="520362"/>
          </a:xfrm>
          <a:prstGeom prst="rect">
            <a:avLst/>
          </a:prstGeom>
        </p:spPr>
      </p:pic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3450AA87-9A9F-BC53-2C3F-7B8D6D22541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873954" y="5359513"/>
            <a:ext cx="3099973" cy="1583510"/>
          </a:xfrm>
        </p:spPr>
        <p:txBody>
          <a:bodyPr vert="horz" wrap="square" lIns="0" tIns="0" rIns="0" bIns="0" rtlCol="0">
            <a:spAutoFit/>
          </a:bodyPr>
          <a:lstStyle>
            <a:lvl1pPr marL="0" indent="0" algn="ctr">
              <a:buNone/>
              <a:defRPr lang="en-US" sz="8400" b="0" i="0" dirty="0">
                <a:solidFill>
                  <a:schemeClr val="accent1"/>
                </a:solidFill>
                <a:latin typeface="Poppins SemiBold" pitchFamily="2" charset="77"/>
                <a:ea typeface="Arial" panose="02000503000000020004" pitchFamily="2" charset="0"/>
                <a:cs typeface="Poppins SemiBold" pitchFamily="2" charset="77"/>
              </a:defRPr>
            </a:lvl1pPr>
          </a:lstStyle>
          <a:p>
            <a:pPr marL="457200" lvl="0" indent="-457200">
              <a:spcBef>
                <a:spcPts val="0"/>
              </a:spcBef>
            </a:pPr>
            <a:r>
              <a:rPr lang="en-US"/>
              <a:t>00%</a:t>
            </a:r>
          </a:p>
        </p:txBody>
      </p:sp>
      <p:sp>
        <p:nvSpPr>
          <p:cNvPr id="28" name="Title Placeholder 1">
            <a:extLst>
              <a:ext uri="{FF2B5EF4-FFF2-40B4-BE49-F238E27FC236}">
                <a16:creationId xmlns:a16="http://schemas.microsoft.com/office/drawing/2014/main" id="{E2FCF511-D0F1-3AB0-9CE0-DE518443FD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6768" y="914400"/>
            <a:ext cx="22534411" cy="1006429"/>
          </a:xfrm>
          <a:prstGeom prst="rect">
            <a:avLst/>
          </a:prstGeom>
        </p:spPr>
        <p:txBody>
          <a:bodyPr vert="horz" wrap="square" lIns="0" tIns="0" rIns="0" bIns="91440" rtlCol="0" anchor="t">
            <a:spAutoFit/>
          </a:bodyPr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Header goes here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65B40417-94C3-DF4F-B109-8677A210DFE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7156935" y="5359513"/>
            <a:ext cx="3099973" cy="1583510"/>
          </a:xfrm>
        </p:spPr>
        <p:txBody>
          <a:bodyPr vert="horz" wrap="square" lIns="0" tIns="0" rIns="0" bIns="0" rtlCol="0">
            <a:spAutoFit/>
          </a:bodyPr>
          <a:lstStyle>
            <a:lvl1pPr marL="0" indent="0" algn="ctr">
              <a:buNone/>
              <a:defRPr lang="en-US" sz="8400" b="0" i="0" dirty="0">
                <a:solidFill>
                  <a:schemeClr val="accent1"/>
                </a:solidFill>
                <a:latin typeface="Poppins SemiBold" pitchFamily="2" charset="77"/>
                <a:ea typeface="Arial" panose="02000503000000020004" pitchFamily="2" charset="0"/>
                <a:cs typeface="Poppins SemiBold" pitchFamily="2" charset="77"/>
              </a:defRPr>
            </a:lvl1pPr>
          </a:lstStyle>
          <a:p>
            <a:pPr marL="457200" lvl="0" indent="-457200">
              <a:spcBef>
                <a:spcPts val="0"/>
              </a:spcBef>
            </a:pPr>
            <a:r>
              <a:rPr lang="en-US"/>
              <a:t>00%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8C17979-9CA2-7F48-E3B8-9C03BD6961A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531131" y="5359513"/>
            <a:ext cx="3099973" cy="1583510"/>
          </a:xfrm>
        </p:spPr>
        <p:txBody>
          <a:bodyPr vert="horz" wrap="square" lIns="0" tIns="0" rIns="0" bIns="0" rtlCol="0">
            <a:spAutoFit/>
          </a:bodyPr>
          <a:lstStyle>
            <a:lvl1pPr marL="0" indent="0" algn="ctr">
              <a:buNone/>
              <a:defRPr lang="en-US" sz="8400" b="0" i="0" dirty="0">
                <a:solidFill>
                  <a:schemeClr val="accent1"/>
                </a:solidFill>
                <a:latin typeface="Poppins SemiBold" pitchFamily="2" charset="77"/>
                <a:ea typeface="Arial" panose="02000503000000020004" pitchFamily="2" charset="0"/>
                <a:cs typeface="Poppins SemiBold" pitchFamily="2" charset="77"/>
              </a:defRPr>
            </a:lvl1pPr>
          </a:lstStyle>
          <a:p>
            <a:pPr marL="457200" lvl="0" indent="-457200">
              <a:spcBef>
                <a:spcPts val="0"/>
              </a:spcBef>
            </a:pPr>
            <a:r>
              <a:rPr lang="en-US"/>
              <a:t>00%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E1D40A83-CE11-8744-8EC3-D14B969852E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517052" y="10660965"/>
            <a:ext cx="6040970" cy="361446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None/>
              <a:defRPr lang="en-US" sz="2000" b="0" i="0" dirty="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Open Sans" pitchFamily="2" charset="0"/>
              </a:defRPr>
            </a:lvl1pPr>
          </a:lstStyle>
          <a:p>
            <a:pPr marL="457200" lvl="0" indent="-457200">
              <a:spcBef>
                <a:spcPts val="0"/>
              </a:spcBef>
            </a:pPr>
            <a:r>
              <a:rPr lang="en-US"/>
              <a:t>Source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4DE55D4A-FA90-4C34-3EA7-E1211AF31C8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6857728" y="10660965"/>
            <a:ext cx="6040970" cy="361446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None/>
              <a:defRPr lang="en-US" sz="2000" b="0" i="0" dirty="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Open Sans" pitchFamily="2" charset="0"/>
              </a:defRPr>
            </a:lvl1pPr>
          </a:lstStyle>
          <a:p>
            <a:pPr marL="457200" lvl="0" indent="-457200">
              <a:spcBef>
                <a:spcPts val="0"/>
              </a:spcBef>
            </a:pPr>
            <a:r>
              <a:rPr lang="en-US"/>
              <a:t>Source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51CAE75D-467C-F7E1-D1E4-BCCE3AD47AC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204708" y="10660965"/>
            <a:ext cx="6040970" cy="361446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None/>
              <a:defRPr lang="en-US" sz="2000" b="0" i="0" dirty="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Open Sans" pitchFamily="2" charset="0"/>
              </a:defRPr>
            </a:lvl1pPr>
          </a:lstStyle>
          <a:p>
            <a:pPr marL="457200" lvl="0" indent="-457200">
              <a:spcBef>
                <a:spcPts val="0"/>
              </a:spcBef>
            </a:pPr>
            <a:r>
              <a:rPr lang="en-US"/>
              <a:t>Source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F56CF54-B2A9-A68E-EF38-550E7E5ABAAA}"/>
              </a:ext>
            </a:extLst>
          </p:cNvPr>
          <p:cNvCxnSpPr/>
          <p:nvPr/>
        </p:nvCxnSpPr>
        <p:spPr>
          <a:xfrm>
            <a:off x="8372475" y="4218741"/>
            <a:ext cx="0" cy="68661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959760D-109C-55C9-F960-301B1242865B}"/>
              </a:ext>
            </a:extLst>
          </p:cNvPr>
          <p:cNvCxnSpPr/>
          <p:nvPr/>
        </p:nvCxnSpPr>
        <p:spPr>
          <a:xfrm>
            <a:off x="16002000" y="4218741"/>
            <a:ext cx="0" cy="68661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F506B15D-BF68-9F2D-E477-E5BCC84DA97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36769" y="1882839"/>
            <a:ext cx="22534409" cy="795282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None/>
              <a:defRPr lang="en-US" sz="4400" b="0" i="0" dirty="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Open Sans" pitchFamily="2" charset="0"/>
              </a:defRPr>
            </a:lvl1pPr>
          </a:lstStyle>
          <a:p>
            <a:pPr marL="457200" lvl="0" indent="-457200">
              <a:spcBef>
                <a:spcPts val="0"/>
              </a:spcBef>
            </a:pPr>
            <a:r>
              <a:rPr lang="en-US"/>
              <a:t>Subheader goes here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CED412E6-5C13-E15B-90CB-4C52486AC2D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16856137" y="8415750"/>
            <a:ext cx="6061752" cy="573555"/>
          </a:xfrm>
        </p:spPr>
        <p:txBody>
          <a:bodyPr/>
          <a:lstStyle>
            <a:lvl1pPr marL="0" indent="0">
              <a:buClr>
                <a:schemeClr val="accent5"/>
              </a:buClr>
              <a:buSzPct val="80000"/>
              <a:buNone/>
              <a:defRPr sz="3200" b="0" i="0">
                <a:solidFill>
                  <a:schemeClr val="bg2"/>
                </a:solidFill>
                <a:latin typeface="+mn-lt"/>
              </a:defRPr>
            </a:lvl1pPr>
            <a:lvl2pPr marL="914400" indent="0">
              <a:buClr>
                <a:schemeClr val="accent5"/>
              </a:buClr>
              <a:buSzPct val="80000"/>
              <a:buNone/>
              <a:defRPr b="1">
                <a:solidFill>
                  <a:schemeClr val="bg2"/>
                </a:solidFill>
              </a:defRPr>
            </a:lvl2pPr>
            <a:lvl3pPr marL="1828800" indent="0">
              <a:buClr>
                <a:schemeClr val="accent5"/>
              </a:buClr>
              <a:buSzPct val="80000"/>
              <a:buNone/>
              <a:defRPr b="1">
                <a:solidFill>
                  <a:schemeClr val="bg2"/>
                </a:solidFill>
              </a:defRPr>
            </a:lvl3pPr>
            <a:lvl4pPr marL="2743200" indent="0">
              <a:buClr>
                <a:schemeClr val="accent5"/>
              </a:buClr>
              <a:buSzPct val="80000"/>
              <a:buNone/>
              <a:defRPr b="1">
                <a:solidFill>
                  <a:schemeClr val="bg2"/>
                </a:solidFill>
              </a:defRPr>
            </a:lvl4pPr>
            <a:lvl5pPr marL="3657600" indent="0">
              <a:buClr>
                <a:schemeClr val="accent5"/>
              </a:buClr>
              <a:buSzPct val="8000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31029600-1C0E-F101-4D2A-46CC1A2A851D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9204708" y="8415750"/>
            <a:ext cx="6061752" cy="573555"/>
          </a:xfrm>
        </p:spPr>
        <p:txBody>
          <a:bodyPr/>
          <a:lstStyle>
            <a:lvl1pPr marL="0" indent="0">
              <a:buClr>
                <a:schemeClr val="accent5"/>
              </a:buClr>
              <a:buSzPct val="80000"/>
              <a:buNone/>
              <a:defRPr sz="3200" b="0" i="0">
                <a:solidFill>
                  <a:schemeClr val="bg2"/>
                </a:solidFill>
                <a:latin typeface="+mn-lt"/>
              </a:defRPr>
            </a:lvl1pPr>
            <a:lvl2pPr marL="914400" indent="0">
              <a:buClr>
                <a:schemeClr val="accent5"/>
              </a:buClr>
              <a:buSzPct val="80000"/>
              <a:buNone/>
              <a:defRPr b="1">
                <a:solidFill>
                  <a:schemeClr val="bg2"/>
                </a:solidFill>
              </a:defRPr>
            </a:lvl2pPr>
            <a:lvl3pPr marL="1828800" indent="0">
              <a:buClr>
                <a:schemeClr val="accent5"/>
              </a:buClr>
              <a:buSzPct val="80000"/>
              <a:buNone/>
              <a:defRPr b="1">
                <a:solidFill>
                  <a:schemeClr val="bg2"/>
                </a:solidFill>
              </a:defRPr>
            </a:lvl3pPr>
            <a:lvl4pPr marL="2743200" indent="0">
              <a:buClr>
                <a:schemeClr val="accent5"/>
              </a:buClr>
              <a:buSzPct val="80000"/>
              <a:buNone/>
              <a:defRPr b="1">
                <a:solidFill>
                  <a:schemeClr val="bg2"/>
                </a:solidFill>
              </a:defRPr>
            </a:lvl4pPr>
            <a:lvl5pPr marL="3657600" indent="0">
              <a:buClr>
                <a:schemeClr val="accent5"/>
              </a:buClr>
              <a:buSzPct val="8000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478DA104-B60D-62F6-6A12-0D95D57762B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517052" y="8415750"/>
            <a:ext cx="6061752" cy="573555"/>
          </a:xfrm>
        </p:spPr>
        <p:txBody>
          <a:bodyPr/>
          <a:lstStyle>
            <a:lvl1pPr marL="0" indent="0">
              <a:buClr>
                <a:schemeClr val="accent5"/>
              </a:buClr>
              <a:buSzPct val="80000"/>
              <a:buNone/>
              <a:defRPr sz="3200" b="0" i="0">
                <a:solidFill>
                  <a:schemeClr val="bg2"/>
                </a:solidFill>
                <a:latin typeface="+mn-lt"/>
              </a:defRPr>
            </a:lvl1pPr>
            <a:lvl2pPr marL="914400" indent="0">
              <a:buClr>
                <a:schemeClr val="accent5"/>
              </a:buClr>
              <a:buSzPct val="80000"/>
              <a:buNone/>
              <a:defRPr b="1">
                <a:solidFill>
                  <a:schemeClr val="bg2"/>
                </a:solidFill>
              </a:defRPr>
            </a:lvl2pPr>
            <a:lvl3pPr marL="1828800" indent="0">
              <a:buClr>
                <a:schemeClr val="accent5"/>
              </a:buClr>
              <a:buSzPct val="80000"/>
              <a:buNone/>
              <a:defRPr b="1">
                <a:solidFill>
                  <a:schemeClr val="bg2"/>
                </a:solidFill>
              </a:defRPr>
            </a:lvl3pPr>
            <a:lvl4pPr marL="2743200" indent="0">
              <a:buClr>
                <a:schemeClr val="accent5"/>
              </a:buClr>
              <a:buSzPct val="80000"/>
              <a:buNone/>
              <a:defRPr b="1">
                <a:solidFill>
                  <a:schemeClr val="bg2"/>
                </a:solidFill>
              </a:defRPr>
            </a:lvl4pPr>
            <a:lvl5pPr marL="3657600" indent="0">
              <a:buClr>
                <a:schemeClr val="accent5"/>
              </a:buClr>
              <a:buSzPct val="8000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50CA95-74BB-74F4-B08B-DEF307DD620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4385584" cy="13716891"/>
          </a:xfrm>
          <a:prstGeom prst="rect">
            <a:avLst/>
          </a:prstGeom>
        </p:spPr>
      </p:pic>
      <p:pic>
        <p:nvPicPr>
          <p:cNvPr id="7" name="Picture 6" descr="A blue and black background&#10;&#10;Description automatically generated">
            <a:extLst>
              <a:ext uri="{FF2B5EF4-FFF2-40B4-BE49-F238E27FC236}">
                <a16:creationId xmlns:a16="http://schemas.microsoft.com/office/drawing/2014/main" id="{E8F66A50-2D85-1592-BD7B-F87BE7F8CAF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9841832"/>
            <a:ext cx="24387175" cy="386290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5FDCCC1-C853-112B-77F0-3F2305C67C0A}"/>
              </a:ext>
            </a:extLst>
          </p:cNvPr>
          <p:cNvSpPr txBox="1"/>
          <p:nvPr userDrawn="1"/>
        </p:nvSpPr>
        <p:spPr>
          <a:xfrm>
            <a:off x="915836" y="12566165"/>
            <a:ext cx="6200162" cy="2769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Neudesic, an IBM company © 2024</a:t>
            </a:r>
          </a:p>
        </p:txBody>
      </p:sp>
      <p:pic>
        <p:nvPicPr>
          <p:cNvPr id="13" name="Picture 7">
            <a:extLst>
              <a:ext uri="{FF2B5EF4-FFF2-40B4-BE49-F238E27FC236}">
                <a16:creationId xmlns:a16="http://schemas.microsoft.com/office/drawing/2014/main" id="{DC82B2D3-D0A3-FA02-A603-9FA2DF41994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1355050" y="12497827"/>
            <a:ext cx="2116138" cy="520362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6D83BA2-A63A-DDDE-B080-E97A984CB993}"/>
              </a:ext>
            </a:extLst>
          </p:cNvPr>
          <p:cNvCxnSpPr/>
          <p:nvPr userDrawn="1"/>
        </p:nvCxnSpPr>
        <p:spPr>
          <a:xfrm>
            <a:off x="8372475" y="4218741"/>
            <a:ext cx="0" cy="68661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08CEF63-7B94-0DA1-C53A-399AEBF28229}"/>
              </a:ext>
            </a:extLst>
          </p:cNvPr>
          <p:cNvCxnSpPr/>
          <p:nvPr userDrawn="1"/>
        </p:nvCxnSpPr>
        <p:spPr>
          <a:xfrm>
            <a:off x="16002000" y="4218741"/>
            <a:ext cx="0" cy="68661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3669297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Header with large sta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D820405-1509-3125-1C5B-095432C7149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4385584" cy="13716891"/>
          </a:xfrm>
          <a:prstGeom prst="rect">
            <a:avLst/>
          </a:prstGeom>
        </p:spPr>
      </p:pic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70FEF084-9100-8010-2417-5A873E140E3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823814" y="5467851"/>
            <a:ext cx="12558091" cy="573555"/>
          </a:xfrm>
        </p:spPr>
        <p:txBody>
          <a:bodyPr/>
          <a:lstStyle>
            <a:lvl1pPr marL="0" indent="0">
              <a:buClr>
                <a:schemeClr val="accent5"/>
              </a:buClr>
              <a:buSzPct val="80000"/>
              <a:buNone/>
              <a:defRPr sz="3200" b="0" i="0">
                <a:solidFill>
                  <a:schemeClr val="bg2"/>
                </a:solidFill>
                <a:latin typeface="+mn-lt"/>
              </a:defRPr>
            </a:lvl1pPr>
            <a:lvl2pPr marL="914400" indent="0">
              <a:buClr>
                <a:schemeClr val="accent5"/>
              </a:buClr>
              <a:buSzPct val="80000"/>
              <a:buNone/>
              <a:defRPr b="1">
                <a:solidFill>
                  <a:schemeClr val="bg2"/>
                </a:solidFill>
              </a:defRPr>
            </a:lvl2pPr>
            <a:lvl3pPr marL="1828800" indent="0">
              <a:buClr>
                <a:schemeClr val="accent5"/>
              </a:buClr>
              <a:buSzPct val="80000"/>
              <a:buNone/>
              <a:defRPr b="1">
                <a:solidFill>
                  <a:schemeClr val="bg2"/>
                </a:solidFill>
              </a:defRPr>
            </a:lvl3pPr>
            <a:lvl4pPr marL="2743200" indent="0">
              <a:buClr>
                <a:schemeClr val="accent5"/>
              </a:buClr>
              <a:buSzPct val="80000"/>
              <a:buNone/>
              <a:defRPr b="1">
                <a:solidFill>
                  <a:schemeClr val="bg2"/>
                </a:solidFill>
              </a:defRPr>
            </a:lvl4pPr>
            <a:lvl5pPr marL="3657600" indent="0">
              <a:buClr>
                <a:schemeClr val="accent5"/>
              </a:buClr>
              <a:buSzPct val="8000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7" name="Picture 26" descr="A blue and black background&#10;&#10;Description automatically generated">
            <a:extLst>
              <a:ext uri="{FF2B5EF4-FFF2-40B4-BE49-F238E27FC236}">
                <a16:creationId xmlns:a16="http://schemas.microsoft.com/office/drawing/2014/main" id="{45B486F8-1FFB-F77F-1584-8CD52B910A4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9841832"/>
            <a:ext cx="24387175" cy="386290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A321145-8A6C-BCAD-4AB5-04F3095E348F}"/>
              </a:ext>
            </a:extLst>
          </p:cNvPr>
          <p:cNvSpPr txBox="1"/>
          <p:nvPr/>
        </p:nvSpPr>
        <p:spPr>
          <a:xfrm>
            <a:off x="915836" y="12566165"/>
            <a:ext cx="6200162" cy="2769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Neudesic, an IBM company © 2024</a:t>
            </a:r>
          </a:p>
        </p:txBody>
      </p:sp>
      <p:pic>
        <p:nvPicPr>
          <p:cNvPr id="11" name="Picture 7">
            <a:extLst>
              <a:ext uri="{FF2B5EF4-FFF2-40B4-BE49-F238E27FC236}">
                <a16:creationId xmlns:a16="http://schemas.microsoft.com/office/drawing/2014/main" id="{29507038-FFA2-ECFC-1E05-B5CBDF72D8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1355050" y="12497827"/>
            <a:ext cx="2116138" cy="520362"/>
          </a:xfrm>
          <a:prstGeom prst="rect">
            <a:avLst/>
          </a:prstGeom>
        </p:spPr>
      </p:pic>
      <p:sp>
        <p:nvSpPr>
          <p:cNvPr id="28" name="Title Placeholder 1">
            <a:extLst>
              <a:ext uri="{FF2B5EF4-FFF2-40B4-BE49-F238E27FC236}">
                <a16:creationId xmlns:a16="http://schemas.microsoft.com/office/drawing/2014/main" id="{E2FCF511-D0F1-3AB0-9CE0-DE518443FD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6769" y="914400"/>
            <a:ext cx="22534419" cy="1006429"/>
          </a:xfrm>
          <a:prstGeom prst="rect">
            <a:avLst/>
          </a:prstGeom>
        </p:spPr>
        <p:txBody>
          <a:bodyPr vert="horz" wrap="square" lIns="0" tIns="0" rIns="0" bIns="91440" rtlCol="0" anchor="t">
            <a:spAutoFit/>
          </a:bodyPr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Header goes here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FEE199B0-4527-941F-473F-F54A8AFF5AA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60477" y="5467851"/>
            <a:ext cx="4526846" cy="2639184"/>
          </a:xfrm>
        </p:spPr>
        <p:txBody>
          <a:bodyPr vert="horz" wrap="square" lIns="0" tIns="0" rIns="0" bIns="0" rtlCol="0" anchor="ctr">
            <a:spAutoFit/>
          </a:bodyPr>
          <a:lstStyle>
            <a:lvl1pPr marL="0" indent="0" algn="ctr">
              <a:buNone/>
              <a:defRPr lang="en-US" sz="14000" b="0" i="0" dirty="0">
                <a:solidFill>
                  <a:schemeClr val="accent1"/>
                </a:solidFill>
                <a:latin typeface="Poppins SemiBold" pitchFamily="2" charset="77"/>
                <a:ea typeface="Arial" panose="02000503000000020004" pitchFamily="2" charset="0"/>
                <a:cs typeface="Poppins SemiBold" pitchFamily="2" charset="77"/>
              </a:defRPr>
            </a:lvl1pPr>
          </a:lstStyle>
          <a:p>
            <a:pPr marL="457200" lvl="0" indent="-457200">
              <a:spcBef>
                <a:spcPts val="0"/>
              </a:spcBef>
            </a:pPr>
            <a:r>
              <a:rPr lang="en-US"/>
              <a:t>00%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5942B8D7-BB3C-2C37-D6C6-F79DE8147E7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825407" y="8450668"/>
            <a:ext cx="12558092" cy="361446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None/>
              <a:defRPr lang="en-US" sz="2000" b="0" i="0" dirty="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Open Sans" pitchFamily="2" charset="0"/>
              </a:defRPr>
            </a:lvl1pPr>
          </a:lstStyle>
          <a:p>
            <a:pPr marL="457200" lvl="0" indent="-457200">
              <a:spcBef>
                <a:spcPts val="0"/>
              </a:spcBef>
            </a:pPr>
            <a:r>
              <a:rPr lang="en-US"/>
              <a:t>Source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1178E0A-3FDD-E41E-096F-AFFA8D1E5C7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36770" y="1882839"/>
            <a:ext cx="22534417" cy="795282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None/>
              <a:defRPr lang="en-US" sz="4400" b="0" i="0" dirty="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Open Sans" pitchFamily="2" charset="0"/>
              </a:defRPr>
            </a:lvl1pPr>
          </a:lstStyle>
          <a:p>
            <a:pPr marL="457200" lvl="0" indent="-457200">
              <a:spcBef>
                <a:spcPts val="0"/>
              </a:spcBef>
            </a:pPr>
            <a:r>
              <a:rPr lang="en-US"/>
              <a:t>Subheader goes here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AF3B9C-7C2A-B676-6284-602299408E4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4385584" cy="13716891"/>
          </a:xfrm>
          <a:prstGeom prst="rect">
            <a:avLst/>
          </a:prstGeom>
        </p:spPr>
      </p:pic>
      <p:pic>
        <p:nvPicPr>
          <p:cNvPr id="7" name="Picture 6" descr="A blue and black background&#10;&#10;Description automatically generated">
            <a:extLst>
              <a:ext uri="{FF2B5EF4-FFF2-40B4-BE49-F238E27FC236}">
                <a16:creationId xmlns:a16="http://schemas.microsoft.com/office/drawing/2014/main" id="{19E1CC8D-B764-48CC-2B36-8165E35E50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9841832"/>
            <a:ext cx="24387175" cy="386290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BF946C9-E885-5F93-0201-49210E2878B0}"/>
              </a:ext>
            </a:extLst>
          </p:cNvPr>
          <p:cNvSpPr txBox="1"/>
          <p:nvPr userDrawn="1"/>
        </p:nvSpPr>
        <p:spPr>
          <a:xfrm>
            <a:off x="915836" y="12566165"/>
            <a:ext cx="6200162" cy="2769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Neudesic, an IBM company © 2024</a:t>
            </a:r>
          </a:p>
        </p:txBody>
      </p:sp>
      <p:pic>
        <p:nvPicPr>
          <p:cNvPr id="10" name="Picture 7">
            <a:extLst>
              <a:ext uri="{FF2B5EF4-FFF2-40B4-BE49-F238E27FC236}">
                <a16:creationId xmlns:a16="http://schemas.microsoft.com/office/drawing/2014/main" id="{5B69BAD3-6210-A035-1E40-811B4410524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1355050" y="12497827"/>
            <a:ext cx="2116138" cy="520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651145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Header with laptop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D820405-1509-3125-1C5B-095432C7149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4385584" cy="13716891"/>
          </a:xfrm>
          <a:prstGeom prst="rect">
            <a:avLst/>
          </a:prstGeom>
        </p:spPr>
      </p:pic>
      <p:pic>
        <p:nvPicPr>
          <p:cNvPr id="27" name="Picture 26" descr="A blue and black background&#10;&#10;Description automatically generated">
            <a:extLst>
              <a:ext uri="{FF2B5EF4-FFF2-40B4-BE49-F238E27FC236}">
                <a16:creationId xmlns:a16="http://schemas.microsoft.com/office/drawing/2014/main" id="{45B486F8-1FFB-F77F-1584-8CD52B910A4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9841832"/>
            <a:ext cx="24387175" cy="3862901"/>
          </a:xfrm>
          <a:prstGeom prst="rect">
            <a:avLst/>
          </a:prstGeom>
        </p:spPr>
      </p:pic>
      <p:sp>
        <p:nvSpPr>
          <p:cNvPr id="16" name="Round Same Side Corner Rectangle 15">
            <a:extLst>
              <a:ext uri="{FF2B5EF4-FFF2-40B4-BE49-F238E27FC236}">
                <a16:creationId xmlns:a16="http://schemas.microsoft.com/office/drawing/2014/main" id="{324C2A56-7E08-24C1-1C1B-5A5C4065CDDE}"/>
              </a:ext>
            </a:extLst>
          </p:cNvPr>
          <p:cNvSpPr/>
          <p:nvPr/>
        </p:nvSpPr>
        <p:spPr>
          <a:xfrm rot="16200000">
            <a:off x="11874117" y="-441712"/>
            <a:ext cx="10150522" cy="14875597"/>
          </a:xfrm>
          <a:prstGeom prst="round2SameRect">
            <a:avLst>
              <a:gd name="adj1" fmla="val 2977"/>
              <a:gd name="adj2" fmla="val 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B41093-C7D0-6D9C-CFF9-C76825A47930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257693" y="2586466"/>
            <a:ext cx="13649912" cy="81540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BB3775B-6EA4-5CFD-DB44-D18A44E680E1}"/>
              </a:ext>
            </a:extLst>
          </p:cNvPr>
          <p:cNvSpPr txBox="1"/>
          <p:nvPr/>
        </p:nvSpPr>
        <p:spPr>
          <a:xfrm>
            <a:off x="915836" y="12566165"/>
            <a:ext cx="6200162" cy="2769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Neudesic, an IBM company © 2024</a:t>
            </a:r>
          </a:p>
        </p:txBody>
      </p:sp>
      <p:pic>
        <p:nvPicPr>
          <p:cNvPr id="6" name="Picture 7">
            <a:extLst>
              <a:ext uri="{FF2B5EF4-FFF2-40B4-BE49-F238E27FC236}">
                <a16:creationId xmlns:a16="http://schemas.microsoft.com/office/drawing/2014/main" id="{23282B5F-4FE6-292B-B37E-4ED4FA424E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21355050" y="12497827"/>
            <a:ext cx="2116138" cy="520362"/>
          </a:xfrm>
          <a:prstGeom prst="rect">
            <a:avLst/>
          </a:prstGeom>
        </p:spPr>
      </p:pic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628675D-59E7-0885-9957-EFB8F6E0EC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6771" y="914400"/>
            <a:ext cx="7637148" cy="1006429"/>
          </a:xfrm>
          <a:prstGeom prst="rect">
            <a:avLst/>
          </a:prstGeom>
        </p:spPr>
        <p:txBody>
          <a:bodyPr vert="horz" wrap="square" lIns="0" tIns="0" rIns="0" bIns="91440" rtlCol="0" anchor="t">
            <a:spAutoFit/>
          </a:bodyPr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Header goes here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BFB4B56-F912-C9ED-B9BE-A8E7BD17D51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36771" y="1882839"/>
            <a:ext cx="7637197" cy="795282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None/>
              <a:defRPr lang="en-US" sz="4400" b="0" i="0" dirty="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Open Sans" pitchFamily="2" charset="0"/>
              </a:defRPr>
            </a:lvl1pPr>
          </a:lstStyle>
          <a:p>
            <a:pPr marL="457200" lvl="0" indent="-457200">
              <a:spcBef>
                <a:spcPts val="0"/>
              </a:spcBef>
            </a:pPr>
            <a:r>
              <a:rPr lang="en-US"/>
              <a:t>Subheader goes here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160A47AC-8C4F-70E7-E3B5-7B84B29FFF3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1727712" y="3282846"/>
            <a:ext cx="10487711" cy="6565692"/>
          </a:xfrm>
          <a:prstGeom prst="roundRect">
            <a:avLst>
              <a:gd name="adj" fmla="val 949"/>
            </a:avLst>
          </a:prstGeom>
        </p:spPr>
        <p:txBody>
          <a:bodyPr>
            <a:noAutofit/>
          </a:bodyPr>
          <a:lstStyle>
            <a:lvl1pPr>
              <a:defRPr b="0" i="0"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F59D3159-8606-EBB0-9874-4A6A49BE2E4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1384" y="3798691"/>
            <a:ext cx="7632389" cy="430887"/>
          </a:xfr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kumimoji="0" lang="en-US" sz="2800" b="1" u="none" strike="noStrike" cap="none" spc="150" normalizeH="0" baseline="0" smtClean="0">
                <a:ln>
                  <a:noFill/>
                </a:ln>
                <a:solidFill>
                  <a:srgbClr val="F54A05"/>
                </a:solidFill>
                <a:effectLst/>
                <a:uLnTx/>
                <a:uFillTx/>
                <a:latin typeface="+mn-lt"/>
                <a:ea typeface="Arial SemiBold" panose="02000503000000020004" pitchFamily="2" charset="0"/>
              </a:defRPr>
            </a:lvl1pPr>
            <a:lvl2pPr>
              <a:defRPr lang="en-US" sz="1800" smtClean="0">
                <a:solidFill>
                  <a:schemeClr val="tx1"/>
                </a:solidFill>
                <a:latin typeface="+mn-lt"/>
                <a:ea typeface="+mn-ea"/>
              </a:defRPr>
            </a:lvl2pPr>
            <a:lvl3pPr>
              <a:defRPr lang="en-US" sz="1800" smtClean="0">
                <a:solidFill>
                  <a:schemeClr val="tx1"/>
                </a:solidFill>
                <a:latin typeface="+mn-lt"/>
                <a:ea typeface="+mn-ea"/>
              </a:defRPr>
            </a:lvl3pPr>
            <a:lvl4pPr>
              <a:defRPr lang="en-US" sz="1800" smtClean="0">
                <a:solidFill>
                  <a:schemeClr val="tx1"/>
                </a:solidFill>
                <a:latin typeface="+mn-lt"/>
                <a:ea typeface="+mn-ea"/>
              </a:defRPr>
            </a:lvl4pPr>
            <a:lvl5pPr>
              <a:defRPr lang="en-US" sz="18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marR="0" lvl="0" indent="-457200" defTabSz="4572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PARAGRAPH HEADER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F47ED9B5-FE6A-21E8-D17C-65DA6BCC969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36626" y="4603311"/>
            <a:ext cx="7637148" cy="2951962"/>
          </a:xfrm>
        </p:spPr>
        <p:txBody>
          <a:bodyPr/>
          <a:lstStyle>
            <a:lvl1pPr>
              <a:buClr>
                <a:schemeClr val="accent5"/>
              </a:buClr>
              <a:buSzPct val="80000"/>
              <a:defRPr b="0" i="0">
                <a:solidFill>
                  <a:schemeClr val="bg1"/>
                </a:solidFill>
                <a:latin typeface="+mn-lt"/>
              </a:defRPr>
            </a:lvl1pPr>
            <a:lvl2pPr>
              <a:buClr>
                <a:schemeClr val="accent5"/>
              </a:buClr>
              <a:buSzPct val="80000"/>
              <a:defRPr b="0" i="0">
                <a:solidFill>
                  <a:schemeClr val="bg1"/>
                </a:solidFill>
                <a:latin typeface="+mn-lt"/>
              </a:defRPr>
            </a:lvl2pPr>
            <a:lvl3pPr>
              <a:buClr>
                <a:schemeClr val="accent5"/>
              </a:buClr>
              <a:buSzPct val="80000"/>
              <a:defRPr b="0" i="0">
                <a:solidFill>
                  <a:schemeClr val="bg1"/>
                </a:solidFill>
                <a:latin typeface="+mn-lt"/>
              </a:defRPr>
            </a:lvl3pPr>
            <a:lvl4pPr>
              <a:buClr>
                <a:schemeClr val="accent5"/>
              </a:buClr>
              <a:buSzPct val="80000"/>
              <a:defRPr b="0" i="0">
                <a:solidFill>
                  <a:schemeClr val="bg1"/>
                </a:solidFill>
                <a:latin typeface="+mn-lt"/>
              </a:defRPr>
            </a:lvl4pPr>
            <a:lvl5pPr>
              <a:buClr>
                <a:schemeClr val="accent5"/>
              </a:buClr>
              <a:buSzPct val="80000"/>
              <a:defRPr b="0" i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972E1B-DD89-CA3D-2133-C77E23771E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4385584" cy="13716891"/>
          </a:xfrm>
          <a:prstGeom prst="rect">
            <a:avLst/>
          </a:prstGeom>
        </p:spPr>
      </p:pic>
      <p:pic>
        <p:nvPicPr>
          <p:cNvPr id="10" name="Picture 9" descr="A blue and black background&#10;&#10;Description automatically generated">
            <a:extLst>
              <a:ext uri="{FF2B5EF4-FFF2-40B4-BE49-F238E27FC236}">
                <a16:creationId xmlns:a16="http://schemas.microsoft.com/office/drawing/2014/main" id="{065EE4A8-02BD-D419-564A-8D0565B89A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9841832"/>
            <a:ext cx="24387175" cy="3862901"/>
          </a:xfrm>
          <a:prstGeom prst="rect">
            <a:avLst/>
          </a:prstGeom>
        </p:spPr>
      </p:pic>
      <p:sp>
        <p:nvSpPr>
          <p:cNvPr id="11" name="Round Same Side Corner Rectangle 10">
            <a:extLst>
              <a:ext uri="{FF2B5EF4-FFF2-40B4-BE49-F238E27FC236}">
                <a16:creationId xmlns:a16="http://schemas.microsoft.com/office/drawing/2014/main" id="{CE0C1BFC-C6E2-AF2A-C827-1F73FFA53922}"/>
              </a:ext>
            </a:extLst>
          </p:cNvPr>
          <p:cNvSpPr/>
          <p:nvPr userDrawn="1"/>
        </p:nvSpPr>
        <p:spPr>
          <a:xfrm rot="16200000">
            <a:off x="11874117" y="-441712"/>
            <a:ext cx="10150522" cy="14875597"/>
          </a:xfrm>
          <a:prstGeom prst="round2SameRect">
            <a:avLst>
              <a:gd name="adj1" fmla="val 2977"/>
              <a:gd name="adj2" fmla="val 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F5955E5-A17A-D3FA-30CA-E28FBE71A7B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257693" y="2586466"/>
            <a:ext cx="13649912" cy="815400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CE1A762-65FA-0504-FD0A-30E72EEC0C55}"/>
              </a:ext>
            </a:extLst>
          </p:cNvPr>
          <p:cNvSpPr txBox="1"/>
          <p:nvPr userDrawn="1"/>
        </p:nvSpPr>
        <p:spPr>
          <a:xfrm>
            <a:off x="915836" y="12566165"/>
            <a:ext cx="6200162" cy="2769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Neudesic, an IBM company © 2024</a:t>
            </a:r>
          </a:p>
        </p:txBody>
      </p:sp>
      <p:pic>
        <p:nvPicPr>
          <p:cNvPr id="17" name="Picture 7">
            <a:extLst>
              <a:ext uri="{FF2B5EF4-FFF2-40B4-BE49-F238E27FC236}">
                <a16:creationId xmlns:a16="http://schemas.microsoft.com/office/drawing/2014/main" id="{A77A581B-991B-023E-CE7D-8CCCDA11F5A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21355050" y="12497827"/>
            <a:ext cx="2116138" cy="520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524746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Header with phon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D820405-1509-3125-1C5B-095432C7149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4385584" cy="13716891"/>
          </a:xfrm>
          <a:prstGeom prst="rect">
            <a:avLst/>
          </a:prstGeom>
        </p:spPr>
      </p:pic>
      <p:pic>
        <p:nvPicPr>
          <p:cNvPr id="27" name="Picture 26" descr="A blue and black background&#10;&#10;Description automatically generated">
            <a:extLst>
              <a:ext uri="{FF2B5EF4-FFF2-40B4-BE49-F238E27FC236}">
                <a16:creationId xmlns:a16="http://schemas.microsoft.com/office/drawing/2014/main" id="{45B486F8-1FFB-F77F-1584-8CD52B910A4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9841832"/>
            <a:ext cx="24387175" cy="3862901"/>
          </a:xfrm>
          <a:prstGeom prst="rect">
            <a:avLst/>
          </a:prstGeom>
        </p:spPr>
      </p:pic>
      <p:sp>
        <p:nvSpPr>
          <p:cNvPr id="16" name="Round Same Side Corner Rectangle 15">
            <a:extLst>
              <a:ext uri="{FF2B5EF4-FFF2-40B4-BE49-F238E27FC236}">
                <a16:creationId xmlns:a16="http://schemas.microsoft.com/office/drawing/2014/main" id="{324C2A56-7E08-24C1-1C1B-5A5C4065CDDE}"/>
              </a:ext>
            </a:extLst>
          </p:cNvPr>
          <p:cNvSpPr/>
          <p:nvPr/>
        </p:nvSpPr>
        <p:spPr>
          <a:xfrm rot="16200000">
            <a:off x="15230994" y="2915162"/>
            <a:ext cx="10150522" cy="8161846"/>
          </a:xfrm>
          <a:prstGeom prst="round2SameRect">
            <a:avLst>
              <a:gd name="adj1" fmla="val 2977"/>
              <a:gd name="adj2" fmla="val 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B3775B-6EA4-5CFD-DB44-D18A44E680E1}"/>
              </a:ext>
            </a:extLst>
          </p:cNvPr>
          <p:cNvSpPr txBox="1"/>
          <p:nvPr/>
        </p:nvSpPr>
        <p:spPr>
          <a:xfrm>
            <a:off x="915836" y="12566165"/>
            <a:ext cx="6200162" cy="2769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Neudesic, an IBM company © 2024</a:t>
            </a:r>
          </a:p>
        </p:txBody>
      </p:sp>
      <p:pic>
        <p:nvPicPr>
          <p:cNvPr id="6" name="Picture 7">
            <a:extLst>
              <a:ext uri="{FF2B5EF4-FFF2-40B4-BE49-F238E27FC236}">
                <a16:creationId xmlns:a16="http://schemas.microsoft.com/office/drawing/2014/main" id="{23282B5F-4FE6-292B-B37E-4ED4FA424E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1355050" y="12497827"/>
            <a:ext cx="2116138" cy="520362"/>
          </a:xfrm>
          <a:prstGeom prst="rect">
            <a:avLst/>
          </a:prstGeom>
        </p:spPr>
      </p:pic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1A6FCBA7-F242-2DE6-2DE1-E84E8A707E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6771" y="914400"/>
            <a:ext cx="14335879" cy="1006429"/>
          </a:xfrm>
          <a:prstGeom prst="rect">
            <a:avLst/>
          </a:prstGeom>
        </p:spPr>
        <p:txBody>
          <a:bodyPr vert="horz" wrap="square" lIns="0" tIns="0" rIns="0" bIns="91440" rtlCol="0" anchor="t">
            <a:spAutoFit/>
          </a:bodyPr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Header goes here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522415DC-0B5F-5CAA-69D2-064F4EB21D8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36772" y="1882839"/>
            <a:ext cx="14335972" cy="795282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4400" b="0" i="0" dirty="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Open Sans" pitchFamily="2" charset="0"/>
              </a:defRPr>
            </a:lvl1pPr>
          </a:lstStyle>
          <a:p>
            <a:pPr marL="457200" lvl="0" indent="-457200">
              <a:spcBef>
                <a:spcPts val="0"/>
              </a:spcBef>
            </a:pPr>
            <a:r>
              <a:rPr lang="en-US"/>
              <a:t>Subheader goes here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D93A4FE1-235C-2747-6131-860B2C46D28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1384" y="3798691"/>
            <a:ext cx="14331119" cy="430887"/>
          </a:xfr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kumimoji="0" lang="en-US" sz="2800" b="1" u="none" strike="noStrike" cap="none" spc="150" normalizeH="0" baseline="0" smtClean="0">
                <a:ln>
                  <a:noFill/>
                </a:ln>
                <a:solidFill>
                  <a:srgbClr val="F54A05"/>
                </a:solidFill>
                <a:effectLst/>
                <a:uLnTx/>
                <a:uFillTx/>
                <a:latin typeface="+mn-lt"/>
                <a:ea typeface="Arial SemiBold" panose="02000503000000020004" pitchFamily="2" charset="0"/>
              </a:defRPr>
            </a:lvl1pPr>
            <a:lvl2pPr>
              <a:defRPr lang="en-US" sz="1800" smtClean="0">
                <a:solidFill>
                  <a:schemeClr val="tx1"/>
                </a:solidFill>
                <a:latin typeface="+mn-lt"/>
                <a:ea typeface="+mn-ea"/>
              </a:defRPr>
            </a:lvl2pPr>
            <a:lvl3pPr>
              <a:defRPr lang="en-US" sz="1800" smtClean="0">
                <a:solidFill>
                  <a:schemeClr val="tx1"/>
                </a:solidFill>
                <a:latin typeface="+mn-lt"/>
                <a:ea typeface="+mn-ea"/>
              </a:defRPr>
            </a:lvl3pPr>
            <a:lvl4pPr>
              <a:defRPr lang="en-US" sz="1800" smtClean="0">
                <a:solidFill>
                  <a:schemeClr val="tx1"/>
                </a:solidFill>
                <a:latin typeface="+mn-lt"/>
                <a:ea typeface="+mn-ea"/>
              </a:defRPr>
            </a:lvl4pPr>
            <a:lvl5pPr>
              <a:defRPr lang="en-US" sz="18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marR="0" lvl="0" indent="-457200" defTabSz="4572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PARAGRAPH HEADER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A921DA1B-7EAF-2BED-8B84-C7556BC4D3C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36625" y="4603312"/>
            <a:ext cx="14335879" cy="2951962"/>
          </a:xfrm>
        </p:spPr>
        <p:txBody>
          <a:bodyPr/>
          <a:lstStyle>
            <a:lvl1pPr>
              <a:buClr>
                <a:schemeClr val="accent5"/>
              </a:buClr>
              <a:buSzPct val="80000"/>
              <a:defRPr b="0" i="0">
                <a:solidFill>
                  <a:schemeClr val="bg1"/>
                </a:solidFill>
                <a:latin typeface="+mn-lt"/>
              </a:defRPr>
            </a:lvl1pPr>
            <a:lvl2pPr>
              <a:buClr>
                <a:schemeClr val="accent5"/>
              </a:buClr>
              <a:buSzPct val="80000"/>
              <a:defRPr b="0" i="0">
                <a:solidFill>
                  <a:schemeClr val="bg1"/>
                </a:solidFill>
                <a:latin typeface="+mn-lt"/>
              </a:defRPr>
            </a:lvl2pPr>
            <a:lvl3pPr>
              <a:buClr>
                <a:schemeClr val="accent5"/>
              </a:buClr>
              <a:buSzPct val="80000"/>
              <a:defRPr b="0" i="0">
                <a:solidFill>
                  <a:schemeClr val="bg1"/>
                </a:solidFill>
                <a:latin typeface="+mn-lt"/>
              </a:defRPr>
            </a:lvl3pPr>
            <a:lvl4pPr>
              <a:buClr>
                <a:schemeClr val="accent5"/>
              </a:buClr>
              <a:buSzPct val="80000"/>
              <a:defRPr b="0" i="0">
                <a:solidFill>
                  <a:schemeClr val="bg1"/>
                </a:solidFill>
                <a:latin typeface="+mn-lt"/>
              </a:defRPr>
            </a:lvl4pPr>
            <a:lvl5pPr>
              <a:buClr>
                <a:schemeClr val="accent5"/>
              </a:buClr>
              <a:buSzPct val="80000"/>
              <a:defRPr b="0" i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CEB4CC9-7A6E-0FC7-6CC1-42E7A37928A2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992848" y="2194487"/>
            <a:ext cx="4767839" cy="9517901"/>
          </a:xfrm>
          <a:prstGeom prst="rect">
            <a:avLst/>
          </a:prstGeom>
        </p:spPr>
      </p:pic>
      <p:sp>
        <p:nvSpPr>
          <p:cNvPr id="22" name="Picture Placeholder 14">
            <a:extLst>
              <a:ext uri="{FF2B5EF4-FFF2-40B4-BE49-F238E27FC236}">
                <a16:creationId xmlns:a16="http://schemas.microsoft.com/office/drawing/2014/main" id="{0DCAF428-9A9D-FF20-1D54-DE89D71997B0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8348960" y="2727960"/>
            <a:ext cx="3955454" cy="8499483"/>
          </a:xfrm>
          <a:prstGeom prst="roundRect">
            <a:avLst>
              <a:gd name="adj" fmla="val 9891"/>
            </a:avLst>
          </a:prstGeom>
        </p:spPr>
        <p:txBody>
          <a:bodyPr>
            <a:noAutofit/>
          </a:bodyPr>
          <a:lstStyle>
            <a:lvl1pPr>
              <a:defRPr b="0" i="0"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9A5FC4-A326-1F4D-5B55-715D5CF256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4385584" cy="13716891"/>
          </a:xfrm>
          <a:prstGeom prst="rect">
            <a:avLst/>
          </a:prstGeom>
        </p:spPr>
      </p:pic>
      <p:pic>
        <p:nvPicPr>
          <p:cNvPr id="7" name="Picture 6" descr="A blue and black background&#10;&#10;Description automatically generated">
            <a:extLst>
              <a:ext uri="{FF2B5EF4-FFF2-40B4-BE49-F238E27FC236}">
                <a16:creationId xmlns:a16="http://schemas.microsoft.com/office/drawing/2014/main" id="{37018A69-1ECD-8DE4-BDC5-CB80AD847D9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9841832"/>
            <a:ext cx="24387175" cy="3862901"/>
          </a:xfrm>
          <a:prstGeom prst="rect">
            <a:avLst/>
          </a:prstGeom>
        </p:spPr>
      </p:pic>
      <p:sp>
        <p:nvSpPr>
          <p:cNvPr id="11" name="Round Same Side Corner Rectangle 10">
            <a:extLst>
              <a:ext uri="{FF2B5EF4-FFF2-40B4-BE49-F238E27FC236}">
                <a16:creationId xmlns:a16="http://schemas.microsoft.com/office/drawing/2014/main" id="{615DEA7B-7912-3B64-8283-7FB68ECFDDCD}"/>
              </a:ext>
            </a:extLst>
          </p:cNvPr>
          <p:cNvSpPr/>
          <p:nvPr userDrawn="1"/>
        </p:nvSpPr>
        <p:spPr>
          <a:xfrm rot="16200000">
            <a:off x="15230994" y="2915162"/>
            <a:ext cx="10150522" cy="8161846"/>
          </a:xfrm>
          <a:prstGeom prst="round2SameRect">
            <a:avLst>
              <a:gd name="adj1" fmla="val 2977"/>
              <a:gd name="adj2" fmla="val 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FA5071-720C-96BC-0092-83D7B4D2BE54}"/>
              </a:ext>
            </a:extLst>
          </p:cNvPr>
          <p:cNvSpPr txBox="1"/>
          <p:nvPr userDrawn="1"/>
        </p:nvSpPr>
        <p:spPr>
          <a:xfrm>
            <a:off x="915836" y="12566165"/>
            <a:ext cx="6200162" cy="2769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Neudesic, an IBM company © 2024</a:t>
            </a:r>
          </a:p>
        </p:txBody>
      </p:sp>
      <p:pic>
        <p:nvPicPr>
          <p:cNvPr id="13" name="Picture 7">
            <a:extLst>
              <a:ext uri="{FF2B5EF4-FFF2-40B4-BE49-F238E27FC236}">
                <a16:creationId xmlns:a16="http://schemas.microsoft.com/office/drawing/2014/main" id="{F1255618-950F-E301-5F92-6D3F2EFD6CA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1355050" y="12497827"/>
            <a:ext cx="2116138" cy="52036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8604DDE-9182-8099-2BE7-8AF9AC3DE3B6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992848" y="2194487"/>
            <a:ext cx="4767839" cy="9517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382789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 slide with top and bottom graphic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92A6E97-736E-C417-52A1-195DD661B60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4385584" cy="13716891"/>
          </a:xfrm>
          <a:prstGeom prst="rect">
            <a:avLst/>
          </a:prstGeom>
        </p:spPr>
      </p:pic>
      <p:pic>
        <p:nvPicPr>
          <p:cNvPr id="3" name="Picture 2" descr="A blue and black background&#10;&#10;Description automatically generated">
            <a:extLst>
              <a:ext uri="{FF2B5EF4-FFF2-40B4-BE49-F238E27FC236}">
                <a16:creationId xmlns:a16="http://schemas.microsoft.com/office/drawing/2014/main" id="{673B44B2-B574-386D-ABE7-274E12377E3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9841832"/>
            <a:ext cx="24387175" cy="386290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C700CC3-29E1-B98A-A9A7-ED85C8FC0865}"/>
              </a:ext>
            </a:extLst>
          </p:cNvPr>
          <p:cNvSpPr txBox="1"/>
          <p:nvPr/>
        </p:nvSpPr>
        <p:spPr>
          <a:xfrm>
            <a:off x="915836" y="12566165"/>
            <a:ext cx="6200162" cy="2769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Neudesic, an IBM company © 2024</a:t>
            </a:r>
          </a:p>
        </p:txBody>
      </p:sp>
      <p:pic>
        <p:nvPicPr>
          <p:cNvPr id="11" name="Picture 7">
            <a:extLst>
              <a:ext uri="{FF2B5EF4-FFF2-40B4-BE49-F238E27FC236}">
                <a16:creationId xmlns:a16="http://schemas.microsoft.com/office/drawing/2014/main" id="{7597E4E3-CD8F-1AC6-9920-FEC5ED60D0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1355050" y="12497827"/>
            <a:ext cx="2116138" cy="52036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408B535-5D07-6C84-8136-942423146E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4385584" cy="13716891"/>
          </a:xfrm>
          <a:prstGeom prst="rect">
            <a:avLst/>
          </a:prstGeom>
        </p:spPr>
      </p:pic>
      <p:pic>
        <p:nvPicPr>
          <p:cNvPr id="5" name="Picture 4" descr="A blue and black background&#10;&#10;Description automatically generated">
            <a:extLst>
              <a:ext uri="{FF2B5EF4-FFF2-40B4-BE49-F238E27FC236}">
                <a16:creationId xmlns:a16="http://schemas.microsoft.com/office/drawing/2014/main" id="{3B75657F-91E7-5359-EC40-B20A63BE5A8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9841832"/>
            <a:ext cx="24387175" cy="38629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43E01B7-60F2-B0DE-A456-0B3B62A772F3}"/>
              </a:ext>
            </a:extLst>
          </p:cNvPr>
          <p:cNvSpPr txBox="1"/>
          <p:nvPr userDrawn="1"/>
        </p:nvSpPr>
        <p:spPr>
          <a:xfrm>
            <a:off x="915836" y="12566165"/>
            <a:ext cx="6200162" cy="2769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Neudesic, an IBM company © 2024</a:t>
            </a:r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4E833099-6AB0-1D4C-311F-B544C6ECA7C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1355050" y="12497827"/>
            <a:ext cx="2116138" cy="520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70059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End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4747B68-D47A-159F-62D4-D496FD6FA2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24385587" cy="13716893"/>
          </a:xfrm>
          <a:prstGeom prst="rect">
            <a:avLst/>
          </a:prstGeom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A8D4BC32-6F74-531B-F8F2-BBE2EC22DE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06772" y="4713421"/>
            <a:ext cx="18773631" cy="1708160"/>
          </a:xfrm>
          <a:prstGeom prst="rect">
            <a:avLst/>
          </a:prstGeom>
        </p:spPr>
        <p:txBody>
          <a:bodyPr vert="horz" lIns="0" tIns="0" rIns="0" bIns="0" rtlCol="0" anchor="b">
            <a:spAutoFit/>
          </a:bodyPr>
          <a:lstStyle>
            <a:lvl1pPr algn="ctr">
              <a:defRPr sz="12000">
                <a:solidFill>
                  <a:schemeClr val="accent4"/>
                </a:solidFill>
              </a:defRPr>
            </a:lvl1pPr>
          </a:lstStyle>
          <a:p>
            <a:r>
              <a:rPr lang="en-US"/>
              <a:t>End title slide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EC4ADB2-D903-238B-C358-BE26253D30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9645278" y="761745"/>
            <a:ext cx="3870250" cy="95170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6D21935-20A2-26F7-93A4-05F3C41D78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24385587" cy="13716893"/>
          </a:xfrm>
          <a:prstGeom prst="rect">
            <a:avLst/>
          </a:prstGeom>
        </p:spPr>
      </p:pic>
      <p:pic>
        <p:nvPicPr>
          <p:cNvPr id="3" name="Picture 7">
            <a:extLst>
              <a:ext uri="{FF2B5EF4-FFF2-40B4-BE49-F238E27FC236}">
                <a16:creationId xmlns:a16="http://schemas.microsoft.com/office/drawing/2014/main" id="{90EEC774-2768-E085-6DAF-92843BDACC4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9645278" y="761745"/>
            <a:ext cx="3870250" cy="951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635096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4747B68-D47A-159F-62D4-D496FD6FA2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24385587" cy="13716893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8E039F-716D-9096-68DB-E29052B5D6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06772" y="2696916"/>
            <a:ext cx="18773631" cy="3370153"/>
          </a:xfrm>
          <a:prstGeom prst="rect">
            <a:avLst/>
          </a:prstGeom>
        </p:spPr>
        <p:txBody>
          <a:bodyPr vert="horz" lIns="0" tIns="0" rIns="0" bIns="0" rtlCol="0" anchor="b">
            <a:spAutoFit/>
          </a:bodyPr>
          <a:lstStyle>
            <a:lvl1pPr algn="ctr">
              <a:defRPr sz="12000">
                <a:solidFill>
                  <a:schemeClr val="accent4"/>
                </a:solidFill>
              </a:defRPr>
            </a:lvl1pPr>
          </a:lstStyle>
          <a:p>
            <a:r>
              <a:rPr lang="en-US"/>
              <a:t>Neudesic </a:t>
            </a:r>
            <a:br>
              <a:rPr lang="en-US"/>
            </a:br>
            <a:r>
              <a:rPr lang="en-US"/>
              <a:t>Presentation Template</a:t>
            </a:r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7EA30462-F055-F131-0EF3-22DFF2F60A9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04631" y="7648932"/>
            <a:ext cx="13777913" cy="506101"/>
          </a:xfrm>
        </p:spPr>
        <p:txBody>
          <a:bodyPr>
            <a:spAutoFit/>
          </a:bodyPr>
          <a:lstStyle>
            <a:lvl1pPr marL="0" indent="0" algn="ctr">
              <a:buNone/>
              <a:defRPr sz="2800" b="0" i="0" spc="150" baseline="0">
                <a:solidFill>
                  <a:schemeClr val="accent1"/>
                </a:solidFill>
                <a:latin typeface="+mn-lt"/>
                <a:ea typeface="Arial SemiBold" panose="02000503000000020004" pitchFamily="2" charset="0"/>
              </a:defRPr>
            </a:lvl1pPr>
            <a:lvl2pPr marL="914400" indent="0">
              <a:buNone/>
              <a:defRPr>
                <a:solidFill>
                  <a:schemeClr val="bg1"/>
                </a:solidFill>
              </a:defRPr>
            </a:lvl2pPr>
            <a:lvl3pPr marL="1828800" indent="0">
              <a:buNone/>
              <a:defRPr>
                <a:solidFill>
                  <a:schemeClr val="bg1"/>
                </a:solidFill>
              </a:defRPr>
            </a:lvl3pPr>
            <a:lvl4pPr marL="2743200" indent="0">
              <a:buNone/>
              <a:defRPr>
                <a:solidFill>
                  <a:schemeClr val="bg1"/>
                </a:solidFill>
              </a:defRPr>
            </a:lvl4pPr>
            <a:lvl5pPr marL="3657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NAME LAST NAME | DATE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C220AA2-E5D2-63C4-9772-EA53A6DC737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01368" y="6402981"/>
            <a:ext cx="15184438" cy="795282"/>
          </a:xfrm>
        </p:spPr>
        <p:txBody>
          <a:bodyPr>
            <a:spAutoFit/>
          </a:bodyPr>
          <a:lstStyle>
            <a:lvl1pPr marL="0" indent="0" algn="ctr">
              <a:buFontTx/>
              <a:buNone/>
              <a:defRPr sz="4400" b="0" i="0">
                <a:solidFill>
                  <a:schemeClr val="bg1"/>
                </a:solidFill>
                <a:latin typeface="+mn-lt"/>
                <a:ea typeface="Arial" panose="02000503000000020004" pitchFamily="2" charset="0"/>
              </a:defRPr>
            </a:lvl1pPr>
          </a:lstStyle>
          <a:p>
            <a:pPr lvl="0"/>
            <a:r>
              <a:rPr lang="en-US"/>
              <a:t>Subheader goes here</a:t>
            </a:r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CE0F2691-145E-24A5-CBC4-E65EBE7C342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9645278" y="761745"/>
            <a:ext cx="3870250" cy="951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049431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ack background with blue circles&#10;&#10;Description automatically generated">
            <a:extLst>
              <a:ext uri="{FF2B5EF4-FFF2-40B4-BE49-F238E27FC236}">
                <a16:creationId xmlns:a16="http://schemas.microsoft.com/office/drawing/2014/main" id="{20528C15-C79D-BC9E-B8C2-97783587D8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986748" y="0"/>
            <a:ext cx="20400428" cy="13716000"/>
          </a:xfrm>
          <a:prstGeom prst="rect">
            <a:avLst/>
          </a:prstGeom>
        </p:spPr>
      </p:pic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7EA30462-F055-F131-0EF3-22DFF2F60A9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5988" y="12295499"/>
            <a:ext cx="13777913" cy="506101"/>
          </a:xfrm>
        </p:spPr>
        <p:txBody>
          <a:bodyPr>
            <a:spAutoFit/>
          </a:bodyPr>
          <a:lstStyle>
            <a:lvl1pPr marL="0" indent="0" algn="l">
              <a:buNone/>
              <a:defRPr sz="2800" b="0" i="0" spc="150" baseline="0">
                <a:solidFill>
                  <a:schemeClr val="accent1"/>
                </a:solidFill>
                <a:latin typeface="+mn-lt"/>
                <a:ea typeface="Arial SemiBold" panose="02000503000000020004" pitchFamily="2" charset="0"/>
              </a:defRPr>
            </a:lvl1pPr>
            <a:lvl2pPr marL="914400" indent="0">
              <a:buNone/>
              <a:defRPr>
                <a:solidFill>
                  <a:schemeClr val="bg1"/>
                </a:solidFill>
              </a:defRPr>
            </a:lvl2pPr>
            <a:lvl3pPr marL="1828800" indent="0">
              <a:buNone/>
              <a:defRPr>
                <a:solidFill>
                  <a:schemeClr val="bg1"/>
                </a:solidFill>
              </a:defRPr>
            </a:lvl3pPr>
            <a:lvl4pPr marL="2743200" indent="0">
              <a:buNone/>
              <a:defRPr>
                <a:solidFill>
                  <a:schemeClr val="bg1"/>
                </a:solidFill>
              </a:defRPr>
            </a:lvl4pPr>
            <a:lvl5pPr marL="3657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NAME LAST NAME | DATE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C220AA2-E5D2-63C4-9772-EA53A6DC737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5988" y="11049548"/>
            <a:ext cx="15184438" cy="795282"/>
          </a:xfrm>
        </p:spPr>
        <p:txBody>
          <a:bodyPr>
            <a:spAutoFit/>
          </a:bodyPr>
          <a:lstStyle>
            <a:lvl1pPr marL="0" indent="0" algn="l">
              <a:buFontTx/>
              <a:buNone/>
              <a:defRPr sz="4400" b="0" i="0">
                <a:solidFill>
                  <a:schemeClr val="bg1"/>
                </a:solidFill>
                <a:latin typeface="+mn-lt"/>
                <a:ea typeface="Arial" panose="02000503000000020004" pitchFamily="2" charset="0"/>
              </a:defRPr>
            </a:lvl1pPr>
          </a:lstStyle>
          <a:p>
            <a:pPr lvl="0"/>
            <a:r>
              <a:rPr lang="en-US"/>
              <a:t>Subheader goes here</a:t>
            </a:r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CE0F2691-145E-24A5-CBC4-E65EBE7C342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15988" y="761745"/>
            <a:ext cx="3870250" cy="951701"/>
          </a:xfrm>
          <a:prstGeom prst="rect">
            <a:avLst/>
          </a:prstGeom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F324E8F0-6A01-C28B-56FE-DA46EF0B3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5988" y="4894936"/>
            <a:ext cx="18773631" cy="3370153"/>
          </a:xfrm>
          <a:prstGeom prst="rect">
            <a:avLst/>
          </a:prstGeom>
        </p:spPr>
        <p:txBody>
          <a:bodyPr vert="horz" lIns="0" tIns="0" rIns="0" bIns="0" rtlCol="0" anchor="b">
            <a:spAutoFit/>
          </a:bodyPr>
          <a:lstStyle>
            <a:lvl1pPr algn="l">
              <a:defRPr sz="12000">
                <a:solidFill>
                  <a:schemeClr val="accent4"/>
                </a:solidFill>
              </a:defRPr>
            </a:lvl1pPr>
          </a:lstStyle>
          <a:p>
            <a:r>
              <a:rPr lang="en-US"/>
              <a:t>Neudesic </a:t>
            </a:r>
            <a:br>
              <a:rPr lang="en-US"/>
            </a:br>
            <a:r>
              <a:rPr lang="en-US"/>
              <a:t>Presentation Template</a:t>
            </a:r>
          </a:p>
        </p:txBody>
      </p:sp>
    </p:spTree>
    <p:extLst>
      <p:ext uri="{BB962C8B-B14F-4D97-AF65-F5344CB8AC3E}">
        <p14:creationId xmlns:p14="http://schemas.microsoft.com/office/powerpoint/2010/main" val="1876503067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4747B68-D47A-159F-62D4-D496FD6FA2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4340508" cy="4898571"/>
          </a:xfrm>
          <a:prstGeom prst="rect">
            <a:avLst/>
          </a:prstGeom>
        </p:spPr>
      </p:pic>
      <p:pic>
        <p:nvPicPr>
          <p:cNvPr id="7" name="Picture 6" descr="A blue and black background&#10;&#10;Description automatically generated">
            <a:extLst>
              <a:ext uri="{FF2B5EF4-FFF2-40B4-BE49-F238E27FC236}">
                <a16:creationId xmlns:a16="http://schemas.microsoft.com/office/drawing/2014/main" id="{48E9533C-C4A4-FF70-7BBA-0BA79EFA109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9841832"/>
            <a:ext cx="24387175" cy="3862901"/>
          </a:xfrm>
          <a:prstGeom prst="rect">
            <a:avLst/>
          </a:prstGeom>
        </p:spPr>
      </p:pic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509127C4-3B89-A790-2D29-9DBD807B75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88" y="2295353"/>
            <a:ext cx="6743033" cy="795282"/>
          </a:xfrm>
        </p:spPr>
        <p:txBody>
          <a:bodyPr/>
          <a:lstStyle>
            <a:lvl1pPr marL="742950" indent="-742950">
              <a:buClr>
                <a:schemeClr val="accent1"/>
              </a:buClr>
              <a:buSzPct val="80000"/>
              <a:buFont typeface="+mj-lt"/>
              <a:buAutoNum type="arabicPeriod"/>
              <a:defRPr sz="4400" b="0" i="0">
                <a:solidFill>
                  <a:schemeClr val="bg2"/>
                </a:solidFill>
                <a:latin typeface="+mn-lt"/>
              </a:defRPr>
            </a:lvl1pPr>
            <a:lvl2pPr>
              <a:buClr>
                <a:schemeClr val="accent5"/>
              </a:buClr>
              <a:buSzPct val="80000"/>
              <a:defRPr>
                <a:solidFill>
                  <a:schemeClr val="bg1"/>
                </a:solidFill>
              </a:defRPr>
            </a:lvl2pPr>
            <a:lvl3pPr>
              <a:buClr>
                <a:schemeClr val="accent5"/>
              </a:buClr>
              <a:buSzPct val="80000"/>
              <a:defRPr>
                <a:solidFill>
                  <a:schemeClr val="bg1"/>
                </a:solidFill>
              </a:defRPr>
            </a:lvl3pPr>
            <a:lvl4pPr>
              <a:buClr>
                <a:schemeClr val="accent5"/>
              </a:buClr>
              <a:buSzPct val="80000"/>
              <a:defRPr>
                <a:solidFill>
                  <a:schemeClr val="bg1"/>
                </a:solidFill>
              </a:defRPr>
            </a:lvl4pPr>
            <a:lvl5pPr>
              <a:buClr>
                <a:schemeClr val="accent5"/>
              </a:buClr>
              <a:buSzPct val="80000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Agenda item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821DD9-4A34-44F4-57BF-6553F4A5510C}"/>
              </a:ext>
            </a:extLst>
          </p:cNvPr>
          <p:cNvSpPr txBox="1"/>
          <p:nvPr userDrawn="1"/>
        </p:nvSpPr>
        <p:spPr>
          <a:xfrm>
            <a:off x="915836" y="12566165"/>
            <a:ext cx="6200162" cy="2769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Neudesic, an IBM company © 2024</a:t>
            </a:r>
          </a:p>
        </p:txBody>
      </p:sp>
      <p:pic>
        <p:nvPicPr>
          <p:cNvPr id="11" name="Picture 7">
            <a:extLst>
              <a:ext uri="{FF2B5EF4-FFF2-40B4-BE49-F238E27FC236}">
                <a16:creationId xmlns:a16="http://schemas.microsoft.com/office/drawing/2014/main" id="{19C8514B-19DA-CA2A-D56A-BBD04ED2529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1355050" y="12497827"/>
            <a:ext cx="2116138" cy="520362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DC3F91-F649-1786-96C6-5C3E6E466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6770" y="5943911"/>
            <a:ext cx="5406880" cy="1231106"/>
          </a:xfrm>
          <a:prstGeom prst="rect">
            <a:avLst/>
          </a:prstGeom>
        </p:spPr>
        <p:txBody>
          <a:bodyPr vert="horz" wrap="square" lIns="0" tIns="0" rIns="0" bIns="91440" rtlCol="0" anchor="t">
            <a:spAutoFit/>
          </a:bodyPr>
          <a:lstStyle>
            <a:lvl1pPr>
              <a:defRPr sz="8000">
                <a:solidFill>
                  <a:schemeClr val="accent4"/>
                </a:solidFill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1F4068FA-5D87-AFEF-E5F5-9F3D396E042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193588" y="3880105"/>
            <a:ext cx="6743033" cy="795282"/>
          </a:xfrm>
        </p:spPr>
        <p:txBody>
          <a:bodyPr/>
          <a:lstStyle>
            <a:lvl1pPr marL="742950" indent="-742950">
              <a:buClr>
                <a:schemeClr val="accent1"/>
              </a:buClr>
              <a:buSzPct val="80000"/>
              <a:buFont typeface="+mj-lt"/>
              <a:buAutoNum type="arabicPeriod" startAt="2"/>
              <a:defRPr sz="4400" b="0" i="0">
                <a:solidFill>
                  <a:schemeClr val="bg2"/>
                </a:solidFill>
                <a:latin typeface="+mn-lt"/>
              </a:defRPr>
            </a:lvl1pPr>
            <a:lvl2pPr>
              <a:buClr>
                <a:schemeClr val="accent5"/>
              </a:buClr>
              <a:buSzPct val="80000"/>
              <a:defRPr>
                <a:solidFill>
                  <a:schemeClr val="bg1"/>
                </a:solidFill>
              </a:defRPr>
            </a:lvl2pPr>
            <a:lvl3pPr>
              <a:buClr>
                <a:schemeClr val="accent5"/>
              </a:buClr>
              <a:buSzPct val="80000"/>
              <a:defRPr>
                <a:solidFill>
                  <a:schemeClr val="bg1"/>
                </a:solidFill>
              </a:defRPr>
            </a:lvl3pPr>
            <a:lvl4pPr>
              <a:buClr>
                <a:schemeClr val="accent5"/>
              </a:buClr>
              <a:buSzPct val="80000"/>
              <a:defRPr>
                <a:solidFill>
                  <a:schemeClr val="bg1"/>
                </a:solidFill>
              </a:defRPr>
            </a:lvl4pPr>
            <a:lvl5pPr>
              <a:buClr>
                <a:schemeClr val="accent5"/>
              </a:buClr>
              <a:buSzPct val="80000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Agenda item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777D28B8-6E19-D728-F06C-AF6CAB500DC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193588" y="5464857"/>
            <a:ext cx="6743033" cy="795282"/>
          </a:xfrm>
        </p:spPr>
        <p:txBody>
          <a:bodyPr/>
          <a:lstStyle>
            <a:lvl1pPr marL="742950" indent="-742950">
              <a:buClr>
                <a:schemeClr val="accent1"/>
              </a:buClr>
              <a:buSzPct val="80000"/>
              <a:buFont typeface="+mj-lt"/>
              <a:buAutoNum type="arabicPeriod" startAt="3"/>
              <a:defRPr sz="4400" b="0" i="0">
                <a:solidFill>
                  <a:schemeClr val="bg2"/>
                </a:solidFill>
                <a:latin typeface="+mn-lt"/>
              </a:defRPr>
            </a:lvl1pPr>
            <a:lvl2pPr>
              <a:buClr>
                <a:schemeClr val="accent5"/>
              </a:buClr>
              <a:buSzPct val="80000"/>
              <a:defRPr>
                <a:solidFill>
                  <a:schemeClr val="bg1"/>
                </a:solidFill>
              </a:defRPr>
            </a:lvl2pPr>
            <a:lvl3pPr>
              <a:buClr>
                <a:schemeClr val="accent5"/>
              </a:buClr>
              <a:buSzPct val="80000"/>
              <a:defRPr>
                <a:solidFill>
                  <a:schemeClr val="bg1"/>
                </a:solidFill>
              </a:defRPr>
            </a:lvl3pPr>
            <a:lvl4pPr>
              <a:buClr>
                <a:schemeClr val="accent5"/>
              </a:buClr>
              <a:buSzPct val="80000"/>
              <a:defRPr>
                <a:solidFill>
                  <a:schemeClr val="bg1"/>
                </a:solidFill>
              </a:defRPr>
            </a:lvl4pPr>
            <a:lvl5pPr>
              <a:buClr>
                <a:schemeClr val="accent5"/>
              </a:buClr>
              <a:buSzPct val="80000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Agenda item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D2B25A8-8F5C-9825-3E5A-72E83FCEF3E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193588" y="7049609"/>
            <a:ext cx="6743033" cy="795282"/>
          </a:xfrm>
        </p:spPr>
        <p:txBody>
          <a:bodyPr/>
          <a:lstStyle>
            <a:lvl1pPr marL="742950" indent="-742950">
              <a:buClr>
                <a:schemeClr val="accent1"/>
              </a:buClr>
              <a:buSzPct val="80000"/>
              <a:buFont typeface="+mj-lt"/>
              <a:buAutoNum type="arabicPeriod" startAt="4"/>
              <a:defRPr sz="4400" b="0" i="0">
                <a:solidFill>
                  <a:schemeClr val="bg2"/>
                </a:solidFill>
                <a:latin typeface="+mn-lt"/>
              </a:defRPr>
            </a:lvl1pPr>
            <a:lvl2pPr>
              <a:buClr>
                <a:schemeClr val="accent5"/>
              </a:buClr>
              <a:buSzPct val="80000"/>
              <a:defRPr>
                <a:solidFill>
                  <a:schemeClr val="bg1"/>
                </a:solidFill>
              </a:defRPr>
            </a:lvl2pPr>
            <a:lvl3pPr>
              <a:buClr>
                <a:schemeClr val="accent5"/>
              </a:buClr>
              <a:buSzPct val="80000"/>
              <a:defRPr>
                <a:solidFill>
                  <a:schemeClr val="bg1"/>
                </a:solidFill>
              </a:defRPr>
            </a:lvl3pPr>
            <a:lvl4pPr>
              <a:buClr>
                <a:schemeClr val="accent5"/>
              </a:buClr>
              <a:buSzPct val="80000"/>
              <a:defRPr>
                <a:solidFill>
                  <a:schemeClr val="bg1"/>
                </a:solidFill>
              </a:defRPr>
            </a:lvl4pPr>
            <a:lvl5pPr>
              <a:buClr>
                <a:schemeClr val="accent5"/>
              </a:buClr>
              <a:buSzPct val="80000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Agenda item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CEC3CB4C-BDC4-FBB8-F5CB-C4D29C12D4F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193588" y="8634361"/>
            <a:ext cx="6743033" cy="795282"/>
          </a:xfrm>
        </p:spPr>
        <p:txBody>
          <a:bodyPr/>
          <a:lstStyle>
            <a:lvl1pPr marL="742950" indent="-742950">
              <a:buClr>
                <a:schemeClr val="accent1"/>
              </a:buClr>
              <a:buSzPct val="80000"/>
              <a:buFont typeface="+mj-lt"/>
              <a:buAutoNum type="arabicPeriod" startAt="5"/>
              <a:defRPr sz="4400" b="0" i="0">
                <a:solidFill>
                  <a:schemeClr val="bg2"/>
                </a:solidFill>
                <a:latin typeface="+mn-lt"/>
              </a:defRPr>
            </a:lvl1pPr>
            <a:lvl2pPr>
              <a:buClr>
                <a:schemeClr val="accent5"/>
              </a:buClr>
              <a:buSzPct val="80000"/>
              <a:defRPr>
                <a:solidFill>
                  <a:schemeClr val="bg1"/>
                </a:solidFill>
              </a:defRPr>
            </a:lvl2pPr>
            <a:lvl3pPr>
              <a:buClr>
                <a:schemeClr val="accent5"/>
              </a:buClr>
              <a:buSzPct val="80000"/>
              <a:defRPr>
                <a:solidFill>
                  <a:schemeClr val="bg1"/>
                </a:solidFill>
              </a:defRPr>
            </a:lvl3pPr>
            <a:lvl4pPr>
              <a:buClr>
                <a:schemeClr val="accent5"/>
              </a:buClr>
              <a:buSzPct val="80000"/>
              <a:defRPr>
                <a:solidFill>
                  <a:schemeClr val="bg1"/>
                </a:solidFill>
              </a:defRPr>
            </a:lvl4pPr>
            <a:lvl5pPr>
              <a:buClr>
                <a:schemeClr val="accent5"/>
              </a:buClr>
              <a:buSzPct val="80000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Agenda item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4846F4D3-CDF4-4A93-6F2D-3F8D63261E5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193588" y="10219115"/>
            <a:ext cx="6743033" cy="795282"/>
          </a:xfrm>
        </p:spPr>
        <p:txBody>
          <a:bodyPr/>
          <a:lstStyle>
            <a:lvl1pPr marL="742950" indent="-742950">
              <a:buClr>
                <a:schemeClr val="accent1"/>
              </a:buClr>
              <a:buSzPct val="80000"/>
              <a:buFont typeface="+mj-lt"/>
              <a:buAutoNum type="arabicPeriod" startAt="6"/>
              <a:defRPr sz="4400" b="0" i="0">
                <a:solidFill>
                  <a:schemeClr val="bg2"/>
                </a:solidFill>
                <a:latin typeface="+mn-lt"/>
              </a:defRPr>
            </a:lvl1pPr>
            <a:lvl2pPr>
              <a:buClr>
                <a:schemeClr val="accent5"/>
              </a:buClr>
              <a:buSzPct val="80000"/>
              <a:defRPr>
                <a:solidFill>
                  <a:schemeClr val="bg1"/>
                </a:solidFill>
              </a:defRPr>
            </a:lvl2pPr>
            <a:lvl3pPr>
              <a:buClr>
                <a:schemeClr val="accent5"/>
              </a:buClr>
              <a:buSzPct val="80000"/>
              <a:defRPr>
                <a:solidFill>
                  <a:schemeClr val="bg1"/>
                </a:solidFill>
              </a:defRPr>
            </a:lvl3pPr>
            <a:lvl4pPr>
              <a:buClr>
                <a:schemeClr val="accent5"/>
              </a:buClr>
              <a:buSzPct val="80000"/>
              <a:defRPr>
                <a:solidFill>
                  <a:schemeClr val="bg1"/>
                </a:solidFill>
              </a:defRPr>
            </a:lvl4pPr>
            <a:lvl5pPr>
              <a:buClr>
                <a:schemeClr val="accent5"/>
              </a:buClr>
              <a:buSzPct val="80000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Agenda item</a:t>
            </a:r>
          </a:p>
        </p:txBody>
      </p:sp>
    </p:spTree>
    <p:extLst>
      <p:ext uri="{BB962C8B-B14F-4D97-AF65-F5344CB8AC3E}">
        <p14:creationId xmlns:p14="http://schemas.microsoft.com/office/powerpoint/2010/main" val="2746524491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divid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DE4E9E35-2B65-9F7B-5A60-3A1C69B80EF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24385585" cy="1371689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99B9AEF-0A53-9EF2-7D94-5C1969F6439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4385584" cy="13716891"/>
          </a:xfrm>
          <a:prstGeom prst="rect">
            <a:avLst/>
          </a:prstGeom>
        </p:spPr>
      </p:pic>
      <p:sp>
        <p:nvSpPr>
          <p:cNvPr id="26" name="Freeform 25">
            <a:extLst>
              <a:ext uri="{FF2B5EF4-FFF2-40B4-BE49-F238E27FC236}">
                <a16:creationId xmlns:a16="http://schemas.microsoft.com/office/drawing/2014/main" id="{DC2323FA-DFF7-1225-FD2D-DAB3675E67F3}"/>
              </a:ext>
            </a:extLst>
          </p:cNvPr>
          <p:cNvSpPr/>
          <p:nvPr userDrawn="1"/>
        </p:nvSpPr>
        <p:spPr>
          <a:xfrm>
            <a:off x="14251867" y="-891"/>
            <a:ext cx="22140969" cy="13716000"/>
          </a:xfrm>
          <a:custGeom>
            <a:avLst/>
            <a:gdLst>
              <a:gd name="connsiteX0" fmla="*/ 22140965 w 22140969"/>
              <a:gd name="connsiteY0" fmla="*/ 285 h 13716000"/>
              <a:gd name="connsiteX1" fmla="*/ 22140969 w 22140969"/>
              <a:gd name="connsiteY1" fmla="*/ 285 h 13716000"/>
              <a:gd name="connsiteX2" fmla="*/ 22140969 w 22140969"/>
              <a:gd name="connsiteY2" fmla="*/ 13716000 h 13716000"/>
              <a:gd name="connsiteX3" fmla="*/ 22140965 w 22140969"/>
              <a:gd name="connsiteY3" fmla="*/ 13716000 h 13716000"/>
              <a:gd name="connsiteX4" fmla="*/ 3946305 w 22140969"/>
              <a:gd name="connsiteY4" fmla="*/ 0 h 13716000"/>
              <a:gd name="connsiteX5" fmla="*/ 8019539 w 22140969"/>
              <a:gd name="connsiteY5" fmla="*/ 0 h 13716000"/>
              <a:gd name="connsiteX6" fmla="*/ 8019539 w 22140969"/>
              <a:gd name="connsiteY6" fmla="*/ 285 h 13716000"/>
              <a:gd name="connsiteX7" fmla="*/ 10133713 w 22140969"/>
              <a:gd name="connsiteY7" fmla="*/ 285 h 13716000"/>
              <a:gd name="connsiteX8" fmla="*/ 10133713 w 22140969"/>
              <a:gd name="connsiteY8" fmla="*/ 13716000 h 13716000"/>
              <a:gd name="connsiteX9" fmla="*/ 3780165 w 22140969"/>
              <a:gd name="connsiteY9" fmla="*/ 13716000 h 13716000"/>
              <a:gd name="connsiteX10" fmla="*/ 3471725 w 22140969"/>
              <a:gd name="connsiteY10" fmla="*/ 13514003 h 13716000"/>
              <a:gd name="connsiteX11" fmla="*/ 145 w 22140969"/>
              <a:gd name="connsiteY11" fmla="*/ 6859829 h 13716000"/>
              <a:gd name="connsiteX12" fmla="*/ 3875581 w 22140969"/>
              <a:gd name="connsiteY12" fmla="*/ 40474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2140969" h="13716000">
                <a:moveTo>
                  <a:pt x="22140965" y="285"/>
                </a:moveTo>
                <a:lnTo>
                  <a:pt x="22140969" y="285"/>
                </a:lnTo>
                <a:lnTo>
                  <a:pt x="22140969" y="13716000"/>
                </a:lnTo>
                <a:lnTo>
                  <a:pt x="22140965" y="13716000"/>
                </a:lnTo>
                <a:close/>
                <a:moveTo>
                  <a:pt x="3946305" y="0"/>
                </a:moveTo>
                <a:lnTo>
                  <a:pt x="8019539" y="0"/>
                </a:lnTo>
                <a:lnTo>
                  <a:pt x="8019539" y="285"/>
                </a:lnTo>
                <a:lnTo>
                  <a:pt x="10133713" y="285"/>
                </a:lnTo>
                <a:lnTo>
                  <a:pt x="10133713" y="13716000"/>
                </a:lnTo>
                <a:lnTo>
                  <a:pt x="3780165" y="13716000"/>
                </a:lnTo>
                <a:lnTo>
                  <a:pt x="3471725" y="13514003"/>
                </a:lnTo>
                <a:cubicBezTo>
                  <a:pt x="1360285" y="12057696"/>
                  <a:pt x="-16314" y="9616266"/>
                  <a:pt x="145" y="6859829"/>
                </a:cubicBezTo>
                <a:cubicBezTo>
                  <a:pt x="17427" y="3965570"/>
                  <a:pt x="1566299" y="1436922"/>
                  <a:pt x="3875581" y="4047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647BF85E-947D-ECE2-9605-E7D143F5403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2579669">
            <a:off x="9271711" y="-1682268"/>
            <a:ext cx="16472468" cy="17078753"/>
          </a:xfrm>
          <a:prstGeom prst="rect">
            <a:avLst/>
          </a:prstGeom>
        </p:spPr>
      </p:pic>
      <p:sp>
        <p:nvSpPr>
          <p:cNvPr id="28" name="Picture Placeholder 1">
            <a:extLst>
              <a:ext uri="{FF2B5EF4-FFF2-40B4-BE49-F238E27FC236}">
                <a16:creationId xmlns:a16="http://schemas.microsoft.com/office/drawing/2014/main" id="{60825668-0C1C-4662-0C1F-499D6E127F3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4214764" y="0"/>
            <a:ext cx="10183091" cy="13716000"/>
          </a:xfrm>
          <a:custGeom>
            <a:avLst/>
            <a:gdLst>
              <a:gd name="connsiteX0" fmla="*/ 3946306 w 10133714"/>
              <a:gd name="connsiteY0" fmla="*/ 0 h 13716000"/>
              <a:gd name="connsiteX1" fmla="*/ 8019540 w 10133714"/>
              <a:gd name="connsiteY1" fmla="*/ 0 h 13716000"/>
              <a:gd name="connsiteX2" fmla="*/ 8019540 w 10133714"/>
              <a:gd name="connsiteY2" fmla="*/ 285 h 13716000"/>
              <a:gd name="connsiteX3" fmla="*/ 10133714 w 10133714"/>
              <a:gd name="connsiteY3" fmla="*/ 285 h 13716000"/>
              <a:gd name="connsiteX4" fmla="*/ 10133714 w 10133714"/>
              <a:gd name="connsiteY4" fmla="*/ 13716000 h 13716000"/>
              <a:gd name="connsiteX5" fmla="*/ 3780166 w 10133714"/>
              <a:gd name="connsiteY5" fmla="*/ 13716000 h 13716000"/>
              <a:gd name="connsiteX6" fmla="*/ 3471726 w 10133714"/>
              <a:gd name="connsiteY6" fmla="*/ 13514003 h 13716000"/>
              <a:gd name="connsiteX7" fmla="*/ 146 w 10133714"/>
              <a:gd name="connsiteY7" fmla="*/ 6859829 h 13716000"/>
              <a:gd name="connsiteX8" fmla="*/ 3875582 w 10133714"/>
              <a:gd name="connsiteY8" fmla="*/ 40474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133714" h="13716000">
                <a:moveTo>
                  <a:pt x="3946306" y="0"/>
                </a:moveTo>
                <a:lnTo>
                  <a:pt x="8019540" y="0"/>
                </a:lnTo>
                <a:lnTo>
                  <a:pt x="8019540" y="285"/>
                </a:lnTo>
                <a:lnTo>
                  <a:pt x="10133714" y="285"/>
                </a:lnTo>
                <a:lnTo>
                  <a:pt x="10133714" y="13716000"/>
                </a:lnTo>
                <a:lnTo>
                  <a:pt x="3780166" y="13716000"/>
                </a:lnTo>
                <a:lnTo>
                  <a:pt x="3471726" y="13514003"/>
                </a:lnTo>
                <a:cubicBezTo>
                  <a:pt x="1360287" y="12057696"/>
                  <a:pt x="-16313" y="9616266"/>
                  <a:pt x="146" y="6859829"/>
                </a:cubicBezTo>
                <a:cubicBezTo>
                  <a:pt x="17428" y="3965570"/>
                  <a:pt x="1566300" y="1436922"/>
                  <a:pt x="3875582" y="40474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96EA586-6BFF-198D-7DB1-8DCF723B5B25}"/>
              </a:ext>
            </a:extLst>
          </p:cNvPr>
          <p:cNvSpPr txBox="1"/>
          <p:nvPr userDrawn="1"/>
        </p:nvSpPr>
        <p:spPr>
          <a:xfrm>
            <a:off x="915836" y="12566165"/>
            <a:ext cx="6200162" cy="2769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Neudesic, an IBM company © 2024</a:t>
            </a:r>
          </a:p>
        </p:txBody>
      </p:sp>
      <p:sp>
        <p:nvSpPr>
          <p:cNvPr id="32" name="Title Placeholder 1">
            <a:extLst>
              <a:ext uri="{FF2B5EF4-FFF2-40B4-BE49-F238E27FC236}">
                <a16:creationId xmlns:a16="http://schemas.microsoft.com/office/drawing/2014/main" id="{539269DF-35E6-8105-B168-0704AA1047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6770" y="6295192"/>
            <a:ext cx="8410676" cy="2339102"/>
          </a:xfrm>
          <a:prstGeom prst="rect">
            <a:avLst/>
          </a:prstGeom>
        </p:spPr>
        <p:txBody>
          <a:bodyPr vert="horz" wrap="square" lIns="0" tIns="0" rIns="0" bIns="91440" rtlCol="0" anchor="t">
            <a:spAutoFit/>
          </a:bodyPr>
          <a:lstStyle>
            <a:lvl1pPr algn="l">
              <a:defRPr sz="8000">
                <a:solidFill>
                  <a:schemeClr val="accent4"/>
                </a:solidFill>
              </a:defRPr>
            </a:lvl1pPr>
          </a:lstStyle>
          <a:p>
            <a:r>
              <a:rPr lang="en-US"/>
              <a:t>Section divider goes here</a:t>
            </a:r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58DB76D6-429D-A117-CFA1-6A73F22428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36769" y="5339499"/>
            <a:ext cx="8007931" cy="650691"/>
          </a:xfrm>
        </p:spPr>
        <p:txBody>
          <a:bodyPr wrap="square" anchor="t">
            <a:spAutoFit/>
          </a:bodyPr>
          <a:lstStyle>
            <a:lvl1pPr marL="0" indent="0" algn="l">
              <a:spcBef>
                <a:spcPts val="0"/>
              </a:spcBef>
              <a:buNone/>
              <a:defRPr sz="3600" b="0" i="0" spc="50" baseline="0">
                <a:solidFill>
                  <a:srgbClr val="F54A05"/>
                </a:solidFill>
                <a:latin typeface="+mn-lt"/>
                <a:ea typeface="Arial SemiBold" panose="02000503000000020004" pitchFamily="2" charset="0"/>
              </a:defRPr>
            </a:lvl1pPr>
            <a:lvl2pPr>
              <a:defRPr b="0" i="0">
                <a:latin typeface="Poppins" panose="020B0503030300000000" pitchFamily="34" charset="0"/>
              </a:defRPr>
            </a:lvl2pPr>
            <a:lvl3pPr>
              <a:defRPr b="0" i="0">
                <a:latin typeface="Poppins" panose="020B0503030300000000" pitchFamily="34" charset="0"/>
              </a:defRPr>
            </a:lvl3pPr>
            <a:lvl4pPr>
              <a:defRPr b="0" i="0">
                <a:latin typeface="Poppins" panose="020B0503030300000000" pitchFamily="34" charset="0"/>
              </a:defRPr>
            </a:lvl4pPr>
            <a:lvl5pPr>
              <a:defRPr b="0" i="0">
                <a:latin typeface="Poppins" panose="020B0503030300000000" pitchFamily="34" charset="0"/>
              </a:defRPr>
            </a:lvl5pPr>
          </a:lstStyle>
          <a:p>
            <a:pPr lvl="0"/>
            <a:r>
              <a:rPr lang="en-US"/>
              <a:t>SUBHEADER GOES HERE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B57E150-2797-5DEE-BA8E-3497B9F93E5E}"/>
              </a:ext>
            </a:extLst>
          </p:cNvPr>
          <p:cNvSpPr/>
          <p:nvPr userDrawn="1"/>
        </p:nvSpPr>
        <p:spPr>
          <a:xfrm>
            <a:off x="936769" y="0"/>
            <a:ext cx="2002374" cy="2503714"/>
          </a:xfrm>
          <a:prstGeom prst="rect">
            <a:avLst/>
          </a:prstGeom>
          <a:solidFill>
            <a:srgbClr val="F54A0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 Placeholder 11">
            <a:extLst>
              <a:ext uri="{FF2B5EF4-FFF2-40B4-BE49-F238E27FC236}">
                <a16:creationId xmlns:a16="http://schemas.microsoft.com/office/drawing/2014/main" id="{F4CEA382-9FCF-D552-B744-90D4FF67FF5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60469" y="1514485"/>
            <a:ext cx="1554974" cy="650691"/>
          </a:xfrm>
        </p:spPr>
        <p:txBody>
          <a:bodyPr wrap="square" anchor="t">
            <a:spAutoFit/>
          </a:bodyPr>
          <a:lstStyle>
            <a:lvl1pPr marL="0" indent="0" algn="ctr">
              <a:spcBef>
                <a:spcPts val="0"/>
              </a:spcBef>
              <a:buNone/>
              <a:defRPr sz="3600" b="0" i="0" spc="50" baseline="0">
                <a:solidFill>
                  <a:schemeClr val="bg1"/>
                </a:solidFill>
                <a:latin typeface="+mn-lt"/>
                <a:ea typeface="Arial SemiBold" panose="02000503000000020004" pitchFamily="2" charset="0"/>
              </a:defRPr>
            </a:lvl1pPr>
            <a:lvl2pPr>
              <a:defRPr b="0" i="0">
                <a:latin typeface="Poppins" panose="020B0503030300000000" pitchFamily="34" charset="0"/>
              </a:defRPr>
            </a:lvl2pPr>
            <a:lvl3pPr>
              <a:defRPr b="0" i="0">
                <a:latin typeface="Poppins" panose="020B0503030300000000" pitchFamily="34" charset="0"/>
              </a:defRPr>
            </a:lvl3pPr>
            <a:lvl4pPr>
              <a:defRPr b="0" i="0">
                <a:latin typeface="Poppins" panose="020B0503030300000000" pitchFamily="34" charset="0"/>
              </a:defRPr>
            </a:lvl4pPr>
            <a:lvl5pPr>
              <a:defRPr b="0" i="0">
                <a:latin typeface="Poppins" panose="020B0503030300000000" pitchFamily="34" charset="0"/>
              </a:defRPr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3133D427-5F4B-DBF5-3C39-963958B64B0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1378496" y="12497410"/>
            <a:ext cx="2116138" cy="2182264"/>
          </a:xfrm>
          <a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 l="1270" r="1270"/>
            </a:stretch>
          </a:blipFill>
        </p:spPr>
        <p:txBody>
          <a:bodyPr/>
          <a:lstStyle>
            <a:lvl1pPr>
              <a:defRPr b="0" i="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5342278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divider slide 2">
    <p:bg>
      <p:bgPr>
        <a:solidFill>
          <a:srgbClr val="172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4747B68-D47A-159F-62D4-D496FD6FA2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27682"/>
            <a:ext cx="24385587" cy="137168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F415CB6-AF69-721A-1D6B-C92BBF4236A3}"/>
              </a:ext>
            </a:extLst>
          </p:cNvPr>
          <p:cNvSpPr txBox="1"/>
          <p:nvPr userDrawn="1"/>
        </p:nvSpPr>
        <p:spPr>
          <a:xfrm>
            <a:off x="915836" y="12566165"/>
            <a:ext cx="6200162" cy="2769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Neudesic, an IBM company © 2024</a:t>
            </a:r>
          </a:p>
        </p:txBody>
      </p:sp>
      <p:pic>
        <p:nvPicPr>
          <p:cNvPr id="9" name="Picture 7">
            <a:extLst>
              <a:ext uri="{FF2B5EF4-FFF2-40B4-BE49-F238E27FC236}">
                <a16:creationId xmlns:a16="http://schemas.microsoft.com/office/drawing/2014/main" id="{9ABC614C-6694-46FA-F800-C544B94AC16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21355050" y="12497827"/>
            <a:ext cx="2116138" cy="520362"/>
          </a:xfrm>
          <a:prstGeom prst="rect">
            <a:avLst/>
          </a:prstGeom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1E011E1D-508F-6EAA-DC44-4031A23B0F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6770" y="6295192"/>
            <a:ext cx="18563342" cy="1231106"/>
          </a:xfrm>
          <a:prstGeom prst="rect">
            <a:avLst/>
          </a:prstGeom>
        </p:spPr>
        <p:txBody>
          <a:bodyPr vert="horz" wrap="square" lIns="0" tIns="0" rIns="0" bIns="91440" rtlCol="0" anchor="t">
            <a:spAutoFit/>
          </a:bodyPr>
          <a:lstStyle>
            <a:lvl1pPr algn="l">
              <a:defRPr sz="8000">
                <a:solidFill>
                  <a:schemeClr val="accent4"/>
                </a:solidFill>
              </a:defRPr>
            </a:lvl1pPr>
          </a:lstStyle>
          <a:p>
            <a:r>
              <a:rPr lang="en-US"/>
              <a:t>Section divider goes here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C806D9FA-52BC-6E7E-06B5-892B41297F4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36769" y="5339499"/>
            <a:ext cx="8007931" cy="650691"/>
          </a:xfrm>
        </p:spPr>
        <p:txBody>
          <a:bodyPr wrap="square" anchor="t">
            <a:spAutoFit/>
          </a:bodyPr>
          <a:lstStyle>
            <a:lvl1pPr marL="0" indent="0" algn="l">
              <a:spcBef>
                <a:spcPts val="0"/>
              </a:spcBef>
              <a:buNone/>
              <a:defRPr sz="3600" b="0" i="0" spc="50" baseline="0">
                <a:solidFill>
                  <a:srgbClr val="F54A05"/>
                </a:solidFill>
                <a:latin typeface="+mn-lt"/>
                <a:ea typeface="Arial SemiBold" panose="02000503000000020004" pitchFamily="2" charset="0"/>
              </a:defRPr>
            </a:lvl1pPr>
            <a:lvl2pPr>
              <a:defRPr b="0" i="0">
                <a:latin typeface="Poppins" panose="020B0503030300000000" pitchFamily="34" charset="0"/>
              </a:defRPr>
            </a:lvl2pPr>
            <a:lvl3pPr>
              <a:defRPr b="0" i="0">
                <a:latin typeface="Poppins" panose="020B0503030300000000" pitchFamily="34" charset="0"/>
              </a:defRPr>
            </a:lvl3pPr>
            <a:lvl4pPr>
              <a:defRPr b="0" i="0">
                <a:latin typeface="Poppins" panose="020B0503030300000000" pitchFamily="34" charset="0"/>
              </a:defRPr>
            </a:lvl4pPr>
            <a:lvl5pPr>
              <a:defRPr b="0" i="0">
                <a:latin typeface="Poppins" panose="020B0503030300000000" pitchFamily="34" charset="0"/>
              </a:defRPr>
            </a:lvl5pPr>
          </a:lstStyle>
          <a:p>
            <a:pPr lvl="0"/>
            <a:r>
              <a:rPr lang="en-US"/>
              <a:t>SUBHEADER GOES HERE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30AD0C-7C77-3248-8DFF-B165C977BDF0}"/>
              </a:ext>
            </a:extLst>
          </p:cNvPr>
          <p:cNvSpPr/>
          <p:nvPr userDrawn="1"/>
        </p:nvSpPr>
        <p:spPr>
          <a:xfrm>
            <a:off x="936769" y="0"/>
            <a:ext cx="2002374" cy="2503714"/>
          </a:xfrm>
          <a:prstGeom prst="rect">
            <a:avLst/>
          </a:prstGeom>
          <a:solidFill>
            <a:srgbClr val="F54A0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8FF55744-EBB1-01ED-D9CF-798A1FD01B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60469" y="1514485"/>
            <a:ext cx="1554974" cy="650691"/>
          </a:xfrm>
        </p:spPr>
        <p:txBody>
          <a:bodyPr wrap="square" anchor="t">
            <a:spAutoFit/>
          </a:bodyPr>
          <a:lstStyle>
            <a:lvl1pPr marL="0" indent="0" algn="ctr">
              <a:spcBef>
                <a:spcPts val="0"/>
              </a:spcBef>
              <a:buNone/>
              <a:defRPr sz="3600" b="0" i="0" spc="50" baseline="0">
                <a:solidFill>
                  <a:schemeClr val="bg1"/>
                </a:solidFill>
                <a:latin typeface="+mn-lt"/>
                <a:ea typeface="Arial SemiBold" panose="02000503000000020004" pitchFamily="2" charset="0"/>
              </a:defRPr>
            </a:lvl1pPr>
            <a:lvl2pPr>
              <a:defRPr b="0" i="0">
                <a:latin typeface="Poppins" panose="020B0503030300000000" pitchFamily="34" charset="0"/>
              </a:defRPr>
            </a:lvl2pPr>
            <a:lvl3pPr>
              <a:defRPr b="0" i="0">
                <a:latin typeface="Poppins" panose="020B0503030300000000" pitchFamily="34" charset="0"/>
              </a:defRPr>
            </a:lvl3pPr>
            <a:lvl4pPr>
              <a:defRPr b="0" i="0">
                <a:latin typeface="Poppins" panose="020B0503030300000000" pitchFamily="34" charset="0"/>
              </a:defRPr>
            </a:lvl4pPr>
            <a:lvl5pPr>
              <a:defRPr b="0" i="0">
                <a:latin typeface="Poppins" panose="020B0503030300000000" pitchFamily="34" charset="0"/>
              </a:defRPr>
            </a:lvl5pPr>
          </a:lstStyle>
          <a:p>
            <a:pPr lvl="0"/>
            <a:r>
              <a:rPr lang="en-US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0403925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atement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e and black background&#10;&#10;Description automatically generated">
            <a:extLst>
              <a:ext uri="{FF2B5EF4-FFF2-40B4-BE49-F238E27FC236}">
                <a16:creationId xmlns:a16="http://schemas.microsoft.com/office/drawing/2014/main" id="{48E9533C-C4A4-FF70-7BBA-0BA79EFA109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9841832"/>
            <a:ext cx="24387175" cy="386290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4747B68-D47A-159F-62D4-D496FD6FA2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4340508" cy="48985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1821DD9-4A34-44F4-57BF-6553F4A5510C}"/>
              </a:ext>
            </a:extLst>
          </p:cNvPr>
          <p:cNvSpPr txBox="1"/>
          <p:nvPr userDrawn="1"/>
        </p:nvSpPr>
        <p:spPr>
          <a:xfrm>
            <a:off x="915836" y="12566165"/>
            <a:ext cx="6200162" cy="2769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Neudesic, an IBM company © 2024</a:t>
            </a:r>
          </a:p>
        </p:txBody>
      </p:sp>
      <p:pic>
        <p:nvPicPr>
          <p:cNvPr id="11" name="Picture 7">
            <a:extLst>
              <a:ext uri="{FF2B5EF4-FFF2-40B4-BE49-F238E27FC236}">
                <a16:creationId xmlns:a16="http://schemas.microsoft.com/office/drawing/2014/main" id="{19C8514B-19DA-CA2A-D56A-BBD04ED2529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1355050" y="12497827"/>
            <a:ext cx="2116138" cy="520362"/>
          </a:xfrm>
          <a:prstGeom prst="rect">
            <a:avLst/>
          </a:prstGeom>
        </p:spPr>
      </p:pic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271A8FC4-91F9-A979-D6EB-B672598924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5836" y="5339364"/>
            <a:ext cx="18563342" cy="2339102"/>
          </a:xfrm>
          <a:prstGeom prst="rect">
            <a:avLst/>
          </a:prstGeom>
        </p:spPr>
        <p:txBody>
          <a:bodyPr vert="horz" wrap="square" lIns="0" tIns="0" rIns="0" bIns="91440" rtlCol="0" anchor="t">
            <a:spAutoFit/>
          </a:bodyPr>
          <a:lstStyle>
            <a:lvl1pPr algn="l">
              <a:defRPr sz="8000">
                <a:solidFill>
                  <a:schemeClr val="accent4"/>
                </a:solidFill>
              </a:defRPr>
            </a:lvl1pPr>
          </a:lstStyle>
          <a:p>
            <a:r>
              <a:rPr lang="en-US"/>
              <a:t>This is a statement slide and it can be one line or multiple lines.</a:t>
            </a:r>
          </a:p>
        </p:txBody>
      </p:sp>
    </p:spTree>
    <p:extLst>
      <p:ext uri="{BB962C8B-B14F-4D97-AF65-F5344CB8AC3E}">
        <p14:creationId xmlns:p14="http://schemas.microsoft.com/office/powerpoint/2010/main" val="3708059933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Header with tex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e and black background&#10;&#10;Description automatically generated">
            <a:extLst>
              <a:ext uri="{FF2B5EF4-FFF2-40B4-BE49-F238E27FC236}">
                <a16:creationId xmlns:a16="http://schemas.microsoft.com/office/drawing/2014/main" id="{48E9533C-C4A4-FF70-7BBA-0BA79EFA109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9841832"/>
            <a:ext cx="24387175" cy="386290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4747B68-D47A-159F-62D4-D496FD6FA2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4340508" cy="48985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1821DD9-4A34-44F4-57BF-6553F4A5510C}"/>
              </a:ext>
            </a:extLst>
          </p:cNvPr>
          <p:cNvSpPr txBox="1"/>
          <p:nvPr userDrawn="1"/>
        </p:nvSpPr>
        <p:spPr>
          <a:xfrm>
            <a:off x="915836" y="12566165"/>
            <a:ext cx="6200162" cy="2769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Neudesic, an IBM company © 2024</a:t>
            </a:r>
          </a:p>
        </p:txBody>
      </p:sp>
      <p:pic>
        <p:nvPicPr>
          <p:cNvPr id="11" name="Picture 7">
            <a:extLst>
              <a:ext uri="{FF2B5EF4-FFF2-40B4-BE49-F238E27FC236}">
                <a16:creationId xmlns:a16="http://schemas.microsoft.com/office/drawing/2014/main" id="{19C8514B-19DA-CA2A-D56A-BBD04ED2529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1355050" y="12497827"/>
            <a:ext cx="2116138" cy="520362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DC3F91-F649-1786-96C6-5C3E6E466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6769" y="914400"/>
            <a:ext cx="22529804" cy="1006429"/>
          </a:xfrm>
          <a:prstGeom prst="rect">
            <a:avLst/>
          </a:prstGeom>
        </p:spPr>
        <p:txBody>
          <a:bodyPr vert="horz" wrap="square" lIns="0" tIns="0" rIns="0" bIns="91440" rtlCol="0" anchor="t">
            <a:spAutoFit/>
          </a:bodyPr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Header goes here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A95ACB5B-CF3F-DB3C-5699-99FE0048A6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36625" y="4603312"/>
            <a:ext cx="22534563" cy="2951962"/>
          </a:xfrm>
        </p:spPr>
        <p:txBody>
          <a:bodyPr/>
          <a:lstStyle>
            <a:lvl1pPr>
              <a:buClr>
                <a:schemeClr val="accent5"/>
              </a:buClr>
              <a:buSzPct val="80000"/>
              <a:defRPr b="0" i="0">
                <a:solidFill>
                  <a:schemeClr val="bg1"/>
                </a:solidFill>
                <a:latin typeface="+mn-lt"/>
              </a:defRPr>
            </a:lvl1pPr>
            <a:lvl2pPr>
              <a:buClr>
                <a:schemeClr val="accent5"/>
              </a:buClr>
              <a:buSzPct val="80000"/>
              <a:defRPr b="0" i="0">
                <a:solidFill>
                  <a:schemeClr val="bg1"/>
                </a:solidFill>
                <a:latin typeface="+mn-lt"/>
              </a:defRPr>
            </a:lvl2pPr>
            <a:lvl3pPr>
              <a:buClr>
                <a:schemeClr val="accent5"/>
              </a:buClr>
              <a:buSzPct val="80000"/>
              <a:defRPr b="0" i="0">
                <a:solidFill>
                  <a:schemeClr val="bg1"/>
                </a:solidFill>
                <a:latin typeface="+mn-lt"/>
              </a:defRPr>
            </a:lvl3pPr>
            <a:lvl4pPr>
              <a:buClr>
                <a:schemeClr val="accent5"/>
              </a:buClr>
              <a:buSzPct val="80000"/>
              <a:defRPr b="0" i="0">
                <a:solidFill>
                  <a:schemeClr val="bg1"/>
                </a:solidFill>
                <a:latin typeface="+mn-lt"/>
              </a:defRPr>
            </a:lvl4pPr>
            <a:lvl5pPr>
              <a:buClr>
                <a:schemeClr val="accent5"/>
              </a:buClr>
              <a:buSzPct val="80000"/>
              <a:defRPr b="0" i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3">
            <a:extLst>
              <a:ext uri="{FF2B5EF4-FFF2-40B4-BE49-F238E27FC236}">
                <a16:creationId xmlns:a16="http://schemas.microsoft.com/office/drawing/2014/main" id="{17CD03F0-33E3-F2D2-0CAA-1748A41DD84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1384" y="3798691"/>
            <a:ext cx="22529804" cy="430887"/>
          </a:xfr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kumimoji="0" lang="en-US" sz="2800" b="0" i="0" u="none" strike="noStrike" cap="none" spc="150" normalizeH="0" baseline="0" smtClean="0">
                <a:ln>
                  <a:noFill/>
                </a:ln>
                <a:solidFill>
                  <a:srgbClr val="F54A05"/>
                </a:solidFill>
                <a:effectLst/>
                <a:uLnTx/>
                <a:uFillTx/>
                <a:latin typeface="+mn-lt"/>
                <a:ea typeface="Arial SemiBold" panose="02000503000000020004" pitchFamily="2" charset="0"/>
              </a:defRPr>
            </a:lvl1pPr>
            <a:lvl2pPr>
              <a:defRPr lang="en-US" sz="1800" smtClean="0">
                <a:solidFill>
                  <a:schemeClr val="tx1"/>
                </a:solidFill>
                <a:latin typeface="+mn-lt"/>
                <a:ea typeface="+mn-ea"/>
              </a:defRPr>
            </a:lvl2pPr>
            <a:lvl3pPr>
              <a:defRPr lang="en-US" sz="1800" smtClean="0">
                <a:solidFill>
                  <a:schemeClr val="tx1"/>
                </a:solidFill>
                <a:latin typeface="+mn-lt"/>
                <a:ea typeface="+mn-ea"/>
              </a:defRPr>
            </a:lvl3pPr>
            <a:lvl4pPr>
              <a:defRPr lang="en-US" sz="1800" smtClean="0">
                <a:solidFill>
                  <a:schemeClr val="tx1"/>
                </a:solidFill>
                <a:latin typeface="+mn-lt"/>
                <a:ea typeface="+mn-ea"/>
              </a:defRPr>
            </a:lvl4pPr>
            <a:lvl5pPr>
              <a:defRPr lang="en-US" sz="18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marR="0" lvl="0" indent="-457200" defTabSz="4572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PARAGRAPH HEADER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F1310D6-1F3F-1BD2-D698-3E3AEE4207E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36770" y="1882839"/>
            <a:ext cx="22529802" cy="795282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None/>
              <a:defRPr lang="en-US" sz="4400" b="0" i="0" dirty="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Open Sans" pitchFamily="2" charset="0"/>
              </a:defRPr>
            </a:lvl1pPr>
          </a:lstStyle>
          <a:p>
            <a:pPr marL="457200" lvl="0" indent="-457200">
              <a:spcBef>
                <a:spcPts val="0"/>
              </a:spcBef>
            </a:pPr>
            <a:r>
              <a:rPr lang="en-US"/>
              <a:t>Subheader goes here</a:t>
            </a:r>
          </a:p>
        </p:txBody>
      </p:sp>
    </p:spTree>
    <p:extLst>
      <p:ext uri="{BB962C8B-B14F-4D97-AF65-F5344CB8AC3E}">
        <p14:creationId xmlns:p14="http://schemas.microsoft.com/office/powerpoint/2010/main" val="4226335813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line header with tex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e and black background&#10;&#10;Description automatically generated">
            <a:extLst>
              <a:ext uri="{FF2B5EF4-FFF2-40B4-BE49-F238E27FC236}">
                <a16:creationId xmlns:a16="http://schemas.microsoft.com/office/drawing/2014/main" id="{48E9533C-C4A4-FF70-7BBA-0BA79EFA109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9841832"/>
            <a:ext cx="24387175" cy="386290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4747B68-D47A-159F-62D4-D496FD6FA2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4340508" cy="48985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1821DD9-4A34-44F4-57BF-6553F4A5510C}"/>
              </a:ext>
            </a:extLst>
          </p:cNvPr>
          <p:cNvSpPr txBox="1"/>
          <p:nvPr userDrawn="1"/>
        </p:nvSpPr>
        <p:spPr>
          <a:xfrm>
            <a:off x="915836" y="12566165"/>
            <a:ext cx="6200162" cy="2769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Neudesic, an IBM company © 2024</a:t>
            </a:r>
          </a:p>
        </p:txBody>
      </p:sp>
      <p:pic>
        <p:nvPicPr>
          <p:cNvPr id="11" name="Picture 7">
            <a:extLst>
              <a:ext uri="{FF2B5EF4-FFF2-40B4-BE49-F238E27FC236}">
                <a16:creationId xmlns:a16="http://schemas.microsoft.com/office/drawing/2014/main" id="{19C8514B-19DA-CA2A-D56A-BBD04ED2529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1355050" y="12497827"/>
            <a:ext cx="2116138" cy="520362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DC3F91-F649-1786-96C6-5C3E6E466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6769" y="914400"/>
            <a:ext cx="22529804" cy="1946031"/>
          </a:xfrm>
          <a:prstGeom prst="rect">
            <a:avLst/>
          </a:prstGeom>
        </p:spPr>
        <p:txBody>
          <a:bodyPr vert="horz" wrap="square" lIns="0" tIns="0" rIns="0" bIns="91440" rtlCol="0" anchor="t">
            <a:noAutofit/>
          </a:bodyPr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Header goes here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A95ACB5B-CF3F-DB3C-5699-99FE0048A6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36625" y="5585962"/>
            <a:ext cx="22534563" cy="2951962"/>
          </a:xfrm>
        </p:spPr>
        <p:txBody>
          <a:bodyPr/>
          <a:lstStyle>
            <a:lvl1pPr>
              <a:buClr>
                <a:schemeClr val="accent5"/>
              </a:buClr>
              <a:buSzPct val="80000"/>
              <a:defRPr b="0" i="0">
                <a:solidFill>
                  <a:schemeClr val="bg1"/>
                </a:solidFill>
                <a:latin typeface="+mn-lt"/>
              </a:defRPr>
            </a:lvl1pPr>
            <a:lvl2pPr>
              <a:buClr>
                <a:schemeClr val="accent5"/>
              </a:buClr>
              <a:buSzPct val="80000"/>
              <a:defRPr b="0" i="0">
                <a:solidFill>
                  <a:schemeClr val="bg1"/>
                </a:solidFill>
                <a:latin typeface="+mn-lt"/>
              </a:defRPr>
            </a:lvl2pPr>
            <a:lvl3pPr>
              <a:buClr>
                <a:schemeClr val="accent5"/>
              </a:buClr>
              <a:buSzPct val="80000"/>
              <a:defRPr b="0" i="0">
                <a:solidFill>
                  <a:schemeClr val="bg1"/>
                </a:solidFill>
                <a:latin typeface="+mn-lt"/>
              </a:defRPr>
            </a:lvl3pPr>
            <a:lvl4pPr>
              <a:buClr>
                <a:schemeClr val="accent5"/>
              </a:buClr>
              <a:buSzPct val="80000"/>
              <a:defRPr b="0" i="0">
                <a:solidFill>
                  <a:schemeClr val="bg1"/>
                </a:solidFill>
                <a:latin typeface="+mn-lt"/>
              </a:defRPr>
            </a:lvl4pPr>
            <a:lvl5pPr>
              <a:buClr>
                <a:schemeClr val="accent5"/>
              </a:buClr>
              <a:buSzPct val="80000"/>
              <a:defRPr b="0" i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3">
            <a:extLst>
              <a:ext uri="{FF2B5EF4-FFF2-40B4-BE49-F238E27FC236}">
                <a16:creationId xmlns:a16="http://schemas.microsoft.com/office/drawing/2014/main" id="{17CD03F0-33E3-F2D2-0CAA-1748A41DD84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1384" y="4781341"/>
            <a:ext cx="22529804" cy="430887"/>
          </a:xfr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kumimoji="0" lang="en-US" sz="2800" b="0" i="0" u="none" strike="noStrike" cap="none" spc="150" normalizeH="0" baseline="0" smtClean="0">
                <a:ln>
                  <a:noFill/>
                </a:ln>
                <a:solidFill>
                  <a:srgbClr val="F54A05"/>
                </a:solidFill>
                <a:effectLst/>
                <a:uLnTx/>
                <a:uFillTx/>
                <a:latin typeface="+mn-lt"/>
                <a:ea typeface="Arial SemiBold" panose="02000503000000020004" pitchFamily="2" charset="0"/>
              </a:defRPr>
            </a:lvl1pPr>
            <a:lvl2pPr>
              <a:defRPr lang="en-US" sz="1800" smtClean="0">
                <a:solidFill>
                  <a:schemeClr val="tx1"/>
                </a:solidFill>
                <a:latin typeface="+mn-lt"/>
                <a:ea typeface="+mn-ea"/>
              </a:defRPr>
            </a:lvl2pPr>
            <a:lvl3pPr>
              <a:defRPr lang="en-US" sz="1800" smtClean="0">
                <a:solidFill>
                  <a:schemeClr val="tx1"/>
                </a:solidFill>
                <a:latin typeface="+mn-lt"/>
                <a:ea typeface="+mn-ea"/>
              </a:defRPr>
            </a:lvl3pPr>
            <a:lvl4pPr>
              <a:defRPr lang="en-US" sz="1800" smtClean="0">
                <a:solidFill>
                  <a:schemeClr val="tx1"/>
                </a:solidFill>
                <a:latin typeface="+mn-lt"/>
                <a:ea typeface="+mn-ea"/>
              </a:defRPr>
            </a:lvl4pPr>
            <a:lvl5pPr>
              <a:defRPr lang="en-US" sz="18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marR="0" lvl="0" indent="-457200" defTabSz="4572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PARAGRAPH HEADER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F1310D6-1F3F-1BD2-D698-3E3AEE4207E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36770" y="2842043"/>
            <a:ext cx="22529802" cy="795282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None/>
              <a:defRPr lang="en-US" sz="4400" b="0" i="0" dirty="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Open Sans" pitchFamily="2" charset="0"/>
              </a:defRPr>
            </a:lvl1pPr>
          </a:lstStyle>
          <a:p>
            <a:pPr marL="457200" lvl="0" indent="-457200">
              <a:spcBef>
                <a:spcPts val="0"/>
              </a:spcBef>
            </a:pPr>
            <a:r>
              <a:rPr lang="en-US"/>
              <a:t>Subheader goes here</a:t>
            </a:r>
          </a:p>
        </p:txBody>
      </p:sp>
    </p:spTree>
    <p:extLst>
      <p:ext uri="{BB962C8B-B14F-4D97-AF65-F5344CB8AC3E}">
        <p14:creationId xmlns:p14="http://schemas.microsoft.com/office/powerpoint/2010/main" val="1048610196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Header with horizontal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e and black background&#10;&#10;Description automatically generated">
            <a:extLst>
              <a:ext uri="{FF2B5EF4-FFF2-40B4-BE49-F238E27FC236}">
                <a16:creationId xmlns:a16="http://schemas.microsoft.com/office/drawing/2014/main" id="{48E9533C-C4A4-FF70-7BBA-0BA79EFA109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9841832"/>
            <a:ext cx="24387175" cy="386290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4747B68-D47A-159F-62D4-D496FD6FA2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4340508" cy="48985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1821DD9-4A34-44F4-57BF-6553F4A5510C}"/>
              </a:ext>
            </a:extLst>
          </p:cNvPr>
          <p:cNvSpPr txBox="1"/>
          <p:nvPr userDrawn="1"/>
        </p:nvSpPr>
        <p:spPr>
          <a:xfrm>
            <a:off x="915836" y="12566165"/>
            <a:ext cx="6200162" cy="2769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Neudesic, an IBM company © 2024</a:t>
            </a:r>
          </a:p>
        </p:txBody>
      </p:sp>
      <p:pic>
        <p:nvPicPr>
          <p:cNvPr id="11" name="Picture 7">
            <a:extLst>
              <a:ext uri="{FF2B5EF4-FFF2-40B4-BE49-F238E27FC236}">
                <a16:creationId xmlns:a16="http://schemas.microsoft.com/office/drawing/2014/main" id="{19C8514B-19DA-CA2A-D56A-BBD04ED2529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1355050" y="12497827"/>
            <a:ext cx="2116138" cy="520362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DC3F91-F649-1786-96C6-5C3E6E466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6769" y="914400"/>
            <a:ext cx="22534419" cy="1006429"/>
          </a:xfrm>
          <a:prstGeom prst="rect">
            <a:avLst/>
          </a:prstGeom>
        </p:spPr>
        <p:txBody>
          <a:bodyPr vert="horz" wrap="square" lIns="0" tIns="0" rIns="0" bIns="91440" rtlCol="0" anchor="t">
            <a:spAutoFit/>
          </a:bodyPr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Header goes here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98C35F8-FD94-F789-0A04-1CFCEB9128E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36625" y="3367088"/>
            <a:ext cx="22534563" cy="8269170"/>
          </a:xfrm>
          <a:prstGeom prst="roundRect">
            <a:avLst>
              <a:gd name="adj" fmla="val 1839"/>
            </a:avLst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+mn-lt"/>
              </a:defRPr>
            </a:lvl1pPr>
          </a:lstStyle>
          <a:p>
            <a:r>
              <a:rPr lang="en-US"/>
              <a:t>Insert picture here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7CE99E38-C5E1-373C-C794-9937CA7BBB9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36770" y="1882839"/>
            <a:ext cx="22534417" cy="795282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None/>
              <a:defRPr lang="en-US" sz="4400" b="0" i="0" dirty="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Open Sans" pitchFamily="2" charset="0"/>
              </a:defRPr>
            </a:lvl1pPr>
          </a:lstStyle>
          <a:p>
            <a:pPr marL="457200" lvl="0" indent="-457200">
              <a:spcBef>
                <a:spcPts val="0"/>
              </a:spcBef>
            </a:pPr>
            <a:r>
              <a:rPr lang="en-US"/>
              <a:t>Subheader goes here</a:t>
            </a:r>
          </a:p>
        </p:txBody>
      </p:sp>
    </p:spTree>
    <p:extLst>
      <p:ext uri="{BB962C8B-B14F-4D97-AF65-F5344CB8AC3E}">
        <p14:creationId xmlns:p14="http://schemas.microsoft.com/office/powerpoint/2010/main" val="2264565213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Header with 3 column boxe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5563AEF-35BE-9EDF-F5C5-DF54EE2455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24385585" cy="13716891"/>
          </a:xfrm>
          <a:prstGeom prst="rect">
            <a:avLst/>
          </a:prstGeom>
        </p:spPr>
      </p:pic>
      <p:pic>
        <p:nvPicPr>
          <p:cNvPr id="22" name="Picture 21" descr="A blue and black background&#10;&#10;Description automatically generated">
            <a:extLst>
              <a:ext uri="{FF2B5EF4-FFF2-40B4-BE49-F238E27FC236}">
                <a16:creationId xmlns:a16="http://schemas.microsoft.com/office/drawing/2014/main" id="{8BC3AAE9-3B0F-D2E9-A3AE-E688616859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9841832"/>
            <a:ext cx="24387175" cy="3862901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98E8F90-112D-30D0-AA20-7518DA4A0192}"/>
              </a:ext>
            </a:extLst>
          </p:cNvPr>
          <p:cNvSpPr/>
          <p:nvPr userDrawn="1"/>
        </p:nvSpPr>
        <p:spPr>
          <a:xfrm>
            <a:off x="916133" y="3727939"/>
            <a:ext cx="7258728" cy="7389240"/>
          </a:xfrm>
          <a:prstGeom prst="roundRect">
            <a:avLst>
              <a:gd name="adj" fmla="val 13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67A8A41-6D6A-76E7-1A09-15C5801996B0}"/>
              </a:ext>
            </a:extLst>
          </p:cNvPr>
          <p:cNvSpPr/>
          <p:nvPr userDrawn="1"/>
        </p:nvSpPr>
        <p:spPr>
          <a:xfrm>
            <a:off x="16212315" y="3727939"/>
            <a:ext cx="7258728" cy="7389240"/>
          </a:xfrm>
          <a:prstGeom prst="roundRect">
            <a:avLst>
              <a:gd name="adj" fmla="val 16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CBDADF9-971B-F3D5-E3E9-D1DD9371145D}"/>
              </a:ext>
            </a:extLst>
          </p:cNvPr>
          <p:cNvSpPr/>
          <p:nvPr userDrawn="1"/>
        </p:nvSpPr>
        <p:spPr>
          <a:xfrm>
            <a:off x="8564606" y="3727939"/>
            <a:ext cx="7258728" cy="7389240"/>
          </a:xfrm>
          <a:prstGeom prst="roundRect">
            <a:avLst>
              <a:gd name="adj" fmla="val 13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80AF14-05F6-D4C3-A5B2-A8CF7A5ECB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6769" y="914400"/>
            <a:ext cx="22534274" cy="1006429"/>
          </a:xfrm>
          <a:prstGeom prst="rect">
            <a:avLst/>
          </a:prstGeom>
        </p:spPr>
        <p:txBody>
          <a:bodyPr vert="horz" wrap="square" lIns="0" tIns="0" rIns="0" bIns="91440" rtlCol="0" anchor="t">
            <a:spAutoFit/>
          </a:bodyPr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Header goes here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509127C4-3B89-A790-2D29-9DBD807B75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75368" y="6698572"/>
            <a:ext cx="6241543" cy="3259675"/>
          </a:xfrm>
        </p:spPr>
        <p:txBody>
          <a:bodyPr>
            <a:noAutofit/>
          </a:bodyPr>
          <a:lstStyle>
            <a:lvl1pPr marL="0" indent="0">
              <a:buClr>
                <a:schemeClr val="accent5"/>
              </a:buClr>
              <a:buSzPct val="80000"/>
              <a:buNone/>
              <a:defRPr sz="2800" b="0" i="0">
                <a:solidFill>
                  <a:schemeClr val="tx1"/>
                </a:solidFill>
                <a:latin typeface="+mn-lt"/>
              </a:defRPr>
            </a:lvl1pPr>
            <a:lvl2pPr marL="914400" indent="0">
              <a:buClr>
                <a:schemeClr val="accent5"/>
              </a:buClr>
              <a:buSzPct val="80000"/>
              <a:buNone/>
              <a:defRPr sz="2800">
                <a:solidFill>
                  <a:schemeClr val="tx1"/>
                </a:solidFill>
              </a:defRPr>
            </a:lvl2pPr>
            <a:lvl3pPr marL="1828800" indent="0">
              <a:buClr>
                <a:schemeClr val="accent5"/>
              </a:buClr>
              <a:buSzPct val="80000"/>
              <a:buNone/>
              <a:defRPr sz="2800">
                <a:solidFill>
                  <a:schemeClr val="tx1"/>
                </a:solidFill>
              </a:defRPr>
            </a:lvl3pPr>
            <a:lvl4pPr marL="2743200" indent="0">
              <a:buClr>
                <a:schemeClr val="accent5"/>
              </a:buClr>
              <a:buSzPct val="80000"/>
              <a:buNone/>
              <a:defRPr sz="2800">
                <a:solidFill>
                  <a:schemeClr val="tx1"/>
                </a:solidFill>
              </a:defRPr>
            </a:lvl4pPr>
            <a:lvl5pPr marL="3657600" indent="0">
              <a:buClr>
                <a:schemeClr val="accent5"/>
              </a:buClr>
              <a:buSzPct val="80000"/>
              <a:buNone/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17BE3A-A806-3512-4A65-4207B6D96316}"/>
              </a:ext>
            </a:extLst>
          </p:cNvPr>
          <p:cNvSpPr txBox="1"/>
          <p:nvPr userDrawn="1"/>
        </p:nvSpPr>
        <p:spPr>
          <a:xfrm>
            <a:off x="915836" y="12566165"/>
            <a:ext cx="6200162" cy="2769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Neudesic, an IBM company © 2024</a:t>
            </a:r>
          </a:p>
        </p:txBody>
      </p:sp>
      <p:pic>
        <p:nvPicPr>
          <p:cNvPr id="17" name="Picture 7">
            <a:extLst>
              <a:ext uri="{FF2B5EF4-FFF2-40B4-BE49-F238E27FC236}">
                <a16:creationId xmlns:a16="http://schemas.microsoft.com/office/drawing/2014/main" id="{B03F0328-088B-CCA5-6AAE-7ADA7734F97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1355050" y="12497827"/>
            <a:ext cx="2116138" cy="520362"/>
          </a:xfrm>
          <a:prstGeom prst="rect">
            <a:avLst/>
          </a:prstGeom>
        </p:spPr>
      </p:pic>
      <p:sp>
        <p:nvSpPr>
          <p:cNvPr id="8" name="Picture Placeholder 33">
            <a:extLst>
              <a:ext uri="{FF2B5EF4-FFF2-40B4-BE49-F238E27FC236}">
                <a16:creationId xmlns:a16="http://schemas.microsoft.com/office/drawing/2014/main" id="{767859AF-20FE-7290-164D-5DD182B97F4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475368" y="4120666"/>
            <a:ext cx="1316736" cy="1312709"/>
          </a:xfrm>
          <a:ln w="19050">
            <a:noFill/>
          </a:ln>
        </p:spPr>
        <p:txBody>
          <a:bodyPr lIns="182880" tIns="182880" rIns="182880" bIns="182880">
            <a:noAutofit/>
          </a:bodyPr>
          <a:lstStyle>
            <a:lvl1pPr marL="0" indent="0" algn="ctr">
              <a:buNone/>
              <a:defRPr sz="18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Icon goes here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027B9789-0800-31F8-392C-CF658FB2EB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078000" y="6698572"/>
            <a:ext cx="6241543" cy="3259675"/>
          </a:xfrm>
        </p:spPr>
        <p:txBody>
          <a:bodyPr>
            <a:noAutofit/>
          </a:bodyPr>
          <a:lstStyle>
            <a:lvl1pPr marL="0" indent="0">
              <a:buClr>
                <a:schemeClr val="accent5"/>
              </a:buClr>
              <a:buSzPct val="80000"/>
              <a:buNone/>
              <a:defRPr sz="2800" b="0" i="0">
                <a:solidFill>
                  <a:schemeClr val="tx1"/>
                </a:solidFill>
                <a:latin typeface="+mn-lt"/>
              </a:defRPr>
            </a:lvl1pPr>
            <a:lvl2pPr marL="914400" indent="0">
              <a:buClr>
                <a:schemeClr val="accent5"/>
              </a:buClr>
              <a:buSzPct val="80000"/>
              <a:buNone/>
              <a:defRPr sz="2800">
                <a:solidFill>
                  <a:schemeClr val="tx1"/>
                </a:solidFill>
              </a:defRPr>
            </a:lvl2pPr>
            <a:lvl3pPr marL="1828800" indent="0">
              <a:buClr>
                <a:schemeClr val="accent5"/>
              </a:buClr>
              <a:buSzPct val="80000"/>
              <a:buNone/>
              <a:defRPr sz="2800">
                <a:solidFill>
                  <a:schemeClr val="tx1"/>
                </a:solidFill>
              </a:defRPr>
            </a:lvl3pPr>
            <a:lvl4pPr marL="2743200" indent="0">
              <a:buClr>
                <a:schemeClr val="accent5"/>
              </a:buClr>
              <a:buSzPct val="80000"/>
              <a:buNone/>
              <a:defRPr sz="2800">
                <a:solidFill>
                  <a:schemeClr val="tx1"/>
                </a:solidFill>
              </a:defRPr>
            </a:lvl4pPr>
            <a:lvl5pPr marL="3657600" indent="0">
              <a:buClr>
                <a:schemeClr val="accent5"/>
              </a:buClr>
              <a:buSzPct val="80000"/>
              <a:buNone/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33">
            <a:extLst>
              <a:ext uri="{FF2B5EF4-FFF2-40B4-BE49-F238E27FC236}">
                <a16:creationId xmlns:a16="http://schemas.microsoft.com/office/drawing/2014/main" id="{BD8466E9-8ABF-E2A3-485E-0B2D5EC6BBD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078000" y="4120666"/>
            <a:ext cx="1316736" cy="1312709"/>
          </a:xfrm>
          <a:ln w="19050">
            <a:noFill/>
          </a:ln>
        </p:spPr>
        <p:txBody>
          <a:bodyPr lIns="182880" tIns="182880" rIns="182880" bIns="182880">
            <a:noAutofit/>
          </a:bodyPr>
          <a:lstStyle>
            <a:lvl1pPr marL="0" indent="0" algn="ctr">
              <a:buNone/>
              <a:defRPr sz="18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Icon goes here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9E8FB448-FFF7-71F5-CC32-613BA4A7E09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741543" y="6698572"/>
            <a:ext cx="6241543" cy="3259675"/>
          </a:xfrm>
        </p:spPr>
        <p:txBody>
          <a:bodyPr>
            <a:noAutofit/>
          </a:bodyPr>
          <a:lstStyle>
            <a:lvl1pPr marL="0" indent="0">
              <a:buClr>
                <a:schemeClr val="accent5"/>
              </a:buClr>
              <a:buSzPct val="80000"/>
              <a:buNone/>
              <a:defRPr sz="2800" b="0" i="0">
                <a:solidFill>
                  <a:schemeClr val="tx1"/>
                </a:solidFill>
                <a:latin typeface="+mn-lt"/>
              </a:defRPr>
            </a:lvl1pPr>
            <a:lvl2pPr marL="914400" indent="0">
              <a:buClr>
                <a:schemeClr val="accent5"/>
              </a:buClr>
              <a:buSzPct val="80000"/>
              <a:buNone/>
              <a:defRPr sz="2800">
                <a:solidFill>
                  <a:schemeClr val="tx1"/>
                </a:solidFill>
              </a:defRPr>
            </a:lvl2pPr>
            <a:lvl3pPr marL="1828800" indent="0">
              <a:buClr>
                <a:schemeClr val="accent5"/>
              </a:buClr>
              <a:buSzPct val="80000"/>
              <a:buNone/>
              <a:defRPr sz="2800">
                <a:solidFill>
                  <a:schemeClr val="tx1"/>
                </a:solidFill>
              </a:defRPr>
            </a:lvl3pPr>
            <a:lvl4pPr marL="2743200" indent="0">
              <a:buClr>
                <a:schemeClr val="accent5"/>
              </a:buClr>
              <a:buSzPct val="80000"/>
              <a:buNone/>
              <a:defRPr sz="2800">
                <a:solidFill>
                  <a:schemeClr val="tx1"/>
                </a:solidFill>
              </a:defRPr>
            </a:lvl4pPr>
            <a:lvl5pPr marL="3657600" indent="0">
              <a:buClr>
                <a:schemeClr val="accent5"/>
              </a:buClr>
              <a:buSzPct val="80000"/>
              <a:buNone/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33">
            <a:extLst>
              <a:ext uri="{FF2B5EF4-FFF2-40B4-BE49-F238E27FC236}">
                <a16:creationId xmlns:a16="http://schemas.microsoft.com/office/drawing/2014/main" id="{53F1BF11-194C-97A5-5CB1-C019A7B3F8C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6741543" y="4120666"/>
            <a:ext cx="1316736" cy="1312709"/>
          </a:xfrm>
          <a:ln w="19050">
            <a:noFill/>
          </a:ln>
        </p:spPr>
        <p:txBody>
          <a:bodyPr lIns="182880" tIns="182880" rIns="182880" bIns="182880">
            <a:noAutofit/>
          </a:bodyPr>
          <a:lstStyle>
            <a:lvl1pPr marL="0" indent="0" algn="ctr">
              <a:buNone/>
              <a:defRPr sz="18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Icon goes here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6298BFE5-DCAB-4310-988D-01D0437D783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74788" y="5972175"/>
            <a:ext cx="6242050" cy="430887"/>
          </a:xfr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kumimoji="0" lang="en-US" sz="2800" b="0" i="0" u="none" strike="noStrike" cap="none" spc="150" normalizeH="0" baseline="0" smtClean="0">
                <a:ln>
                  <a:noFill/>
                </a:ln>
                <a:solidFill>
                  <a:srgbClr val="F54A05"/>
                </a:solidFill>
                <a:effectLst/>
                <a:uLnTx/>
                <a:uFillTx/>
                <a:latin typeface="+mn-lt"/>
                <a:ea typeface="Arial SemiBold" panose="02000503000000020004" pitchFamily="2" charset="0"/>
              </a:defRPr>
            </a:lvl1pPr>
            <a:lvl2pPr>
              <a:defRPr lang="en-US" sz="1800" smtClean="0">
                <a:solidFill>
                  <a:schemeClr val="tx1"/>
                </a:solidFill>
                <a:latin typeface="+mn-lt"/>
                <a:ea typeface="+mn-ea"/>
              </a:defRPr>
            </a:lvl2pPr>
            <a:lvl3pPr>
              <a:defRPr lang="en-US" sz="1800" smtClean="0">
                <a:solidFill>
                  <a:schemeClr val="tx1"/>
                </a:solidFill>
                <a:latin typeface="+mn-lt"/>
                <a:ea typeface="+mn-ea"/>
              </a:defRPr>
            </a:lvl3pPr>
            <a:lvl4pPr>
              <a:defRPr lang="en-US" sz="1800" smtClean="0">
                <a:solidFill>
                  <a:schemeClr val="tx1"/>
                </a:solidFill>
                <a:latin typeface="+mn-lt"/>
                <a:ea typeface="+mn-ea"/>
              </a:defRPr>
            </a:lvl4pPr>
            <a:lvl5pPr>
              <a:defRPr lang="en-US" sz="18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marR="0" lvl="0" indent="-457200" defTabSz="4572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PARAGRAPH HEADER</a:t>
            </a:r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ED230057-B360-6499-7F07-2F452F8CC1A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078000" y="5972175"/>
            <a:ext cx="6242050" cy="430887"/>
          </a:xfr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kumimoji="0" lang="en-US" sz="2800" b="0" i="0" u="none" strike="noStrike" cap="none" spc="150" normalizeH="0" baseline="0" smtClean="0">
                <a:ln>
                  <a:noFill/>
                </a:ln>
                <a:solidFill>
                  <a:srgbClr val="F54A05"/>
                </a:solidFill>
                <a:effectLst/>
                <a:uLnTx/>
                <a:uFillTx/>
                <a:latin typeface="+mn-lt"/>
                <a:ea typeface="Arial SemiBold" panose="02000503000000020004" pitchFamily="2" charset="0"/>
              </a:defRPr>
            </a:lvl1pPr>
            <a:lvl2pPr>
              <a:defRPr lang="en-US" sz="1800" smtClean="0">
                <a:solidFill>
                  <a:schemeClr val="tx1"/>
                </a:solidFill>
                <a:latin typeface="+mn-lt"/>
                <a:ea typeface="+mn-ea"/>
              </a:defRPr>
            </a:lvl2pPr>
            <a:lvl3pPr>
              <a:defRPr lang="en-US" sz="1800" smtClean="0">
                <a:solidFill>
                  <a:schemeClr val="tx1"/>
                </a:solidFill>
                <a:latin typeface="+mn-lt"/>
                <a:ea typeface="+mn-ea"/>
              </a:defRPr>
            </a:lvl3pPr>
            <a:lvl4pPr>
              <a:defRPr lang="en-US" sz="1800" smtClean="0">
                <a:solidFill>
                  <a:schemeClr val="tx1"/>
                </a:solidFill>
                <a:latin typeface="+mn-lt"/>
                <a:ea typeface="+mn-ea"/>
              </a:defRPr>
            </a:lvl4pPr>
            <a:lvl5pPr>
              <a:defRPr lang="en-US" sz="18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marR="0" lvl="0" indent="-457200" defTabSz="4572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PARAGRAPH HEADER</a:t>
            </a:r>
          </a:p>
        </p:txBody>
      </p:sp>
      <p:sp>
        <p:nvSpPr>
          <p:cNvPr id="26" name="Text Placeholder 23">
            <a:extLst>
              <a:ext uri="{FF2B5EF4-FFF2-40B4-BE49-F238E27FC236}">
                <a16:creationId xmlns:a16="http://schemas.microsoft.com/office/drawing/2014/main" id="{6DC0504C-CF10-4DBB-0649-A44BED2909D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6741543" y="5972175"/>
            <a:ext cx="6242050" cy="430887"/>
          </a:xfr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kumimoji="0" lang="en-US" sz="2800" b="0" i="0" u="none" strike="noStrike" cap="none" spc="150" normalizeH="0" baseline="0" smtClean="0">
                <a:ln>
                  <a:noFill/>
                </a:ln>
                <a:solidFill>
                  <a:srgbClr val="F54A05"/>
                </a:solidFill>
                <a:effectLst/>
                <a:uLnTx/>
                <a:uFillTx/>
                <a:latin typeface="+mn-lt"/>
                <a:ea typeface="Arial SemiBold" panose="02000503000000020004" pitchFamily="2" charset="0"/>
              </a:defRPr>
            </a:lvl1pPr>
            <a:lvl2pPr>
              <a:defRPr lang="en-US" sz="1800" smtClean="0">
                <a:solidFill>
                  <a:schemeClr val="tx1"/>
                </a:solidFill>
                <a:latin typeface="+mn-lt"/>
                <a:ea typeface="+mn-ea"/>
              </a:defRPr>
            </a:lvl2pPr>
            <a:lvl3pPr>
              <a:defRPr lang="en-US" sz="1800" smtClean="0">
                <a:solidFill>
                  <a:schemeClr val="tx1"/>
                </a:solidFill>
                <a:latin typeface="+mn-lt"/>
                <a:ea typeface="+mn-ea"/>
              </a:defRPr>
            </a:lvl3pPr>
            <a:lvl4pPr>
              <a:defRPr lang="en-US" sz="1800" smtClean="0">
                <a:solidFill>
                  <a:schemeClr val="tx1"/>
                </a:solidFill>
                <a:latin typeface="+mn-lt"/>
                <a:ea typeface="+mn-ea"/>
              </a:defRPr>
            </a:lvl4pPr>
            <a:lvl5pPr>
              <a:defRPr lang="en-US" sz="18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marR="0" lvl="0" indent="-457200" defTabSz="4572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PARAGRAPH HEADER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89B080C6-2B57-5430-9F97-1B5ADEC539A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36770" y="1882839"/>
            <a:ext cx="22534272" cy="795282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None/>
              <a:defRPr lang="en-US" sz="4400" b="0" i="0" dirty="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Open Sans" pitchFamily="2" charset="0"/>
              </a:defRPr>
            </a:lvl1pPr>
          </a:lstStyle>
          <a:p>
            <a:pPr marL="457200" lvl="0" indent="-457200">
              <a:spcBef>
                <a:spcPts val="0"/>
              </a:spcBef>
            </a:pPr>
            <a:r>
              <a:rPr lang="en-US"/>
              <a:t>Subheader goes here</a:t>
            </a:r>
          </a:p>
        </p:txBody>
      </p:sp>
    </p:spTree>
    <p:extLst>
      <p:ext uri="{BB962C8B-B14F-4D97-AF65-F5344CB8AC3E}">
        <p14:creationId xmlns:p14="http://schemas.microsoft.com/office/powerpoint/2010/main" val="1437849063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Header with 1/3 rectang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12737D-4EA6-B073-9074-2C266C8D88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24385585" cy="1371689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4747B68-D47A-159F-62D4-D496FD6FA2F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4385584" cy="13716891"/>
          </a:xfrm>
          <a:prstGeom prst="rect">
            <a:avLst/>
          </a:prstGeom>
        </p:spPr>
      </p:pic>
      <p:pic>
        <p:nvPicPr>
          <p:cNvPr id="6" name="Picture 5" descr="A blue and black background&#10;&#10;Description automatically generated">
            <a:extLst>
              <a:ext uri="{FF2B5EF4-FFF2-40B4-BE49-F238E27FC236}">
                <a16:creationId xmlns:a16="http://schemas.microsoft.com/office/drawing/2014/main" id="{D6EFF750-75BD-C85D-8B17-67F15A3006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9841832"/>
            <a:ext cx="24387175" cy="3862901"/>
          </a:xfrm>
          <a:prstGeom prst="rect">
            <a:avLst/>
          </a:prstGeom>
        </p:spPr>
      </p:pic>
      <p:sp>
        <p:nvSpPr>
          <p:cNvPr id="25" name="Round Same Side Corner Rectangle 24">
            <a:extLst>
              <a:ext uri="{FF2B5EF4-FFF2-40B4-BE49-F238E27FC236}">
                <a16:creationId xmlns:a16="http://schemas.microsoft.com/office/drawing/2014/main" id="{4D0769E1-5751-EAFD-C1D8-9F532C471BE7}"/>
              </a:ext>
            </a:extLst>
          </p:cNvPr>
          <p:cNvSpPr/>
          <p:nvPr userDrawn="1"/>
        </p:nvSpPr>
        <p:spPr>
          <a:xfrm rot="16200000">
            <a:off x="14712927" y="2397101"/>
            <a:ext cx="10150522" cy="9197974"/>
          </a:xfrm>
          <a:prstGeom prst="round2SameRect">
            <a:avLst>
              <a:gd name="adj1" fmla="val 2977"/>
              <a:gd name="adj2" fmla="val 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2" name="Text Placeholder 11">
            <a:extLst>
              <a:ext uri="{FF2B5EF4-FFF2-40B4-BE49-F238E27FC236}">
                <a16:creationId xmlns:a16="http://schemas.microsoft.com/office/drawing/2014/main" id="{B98FA7D6-56D7-D1E3-A80D-65B4B14A762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6001999" y="4603312"/>
            <a:ext cx="7469189" cy="6883170"/>
          </a:xfrm>
        </p:spPr>
        <p:txBody>
          <a:bodyPr>
            <a:noAutofit/>
          </a:bodyPr>
          <a:lstStyle>
            <a:lvl1pPr marL="0" indent="0">
              <a:buClr>
                <a:schemeClr val="accent5"/>
              </a:buClr>
              <a:buSzPct val="80000"/>
              <a:buNone/>
              <a:defRPr b="0" i="0">
                <a:solidFill>
                  <a:schemeClr val="tx1"/>
                </a:solidFill>
                <a:latin typeface="+mn-lt"/>
              </a:defRPr>
            </a:lvl1pPr>
            <a:lvl2pPr marL="914400" indent="0">
              <a:buClr>
                <a:schemeClr val="accent5"/>
              </a:buClr>
              <a:buSzPct val="80000"/>
              <a:buNone/>
              <a:defRPr>
                <a:solidFill>
                  <a:schemeClr val="tx1"/>
                </a:solidFill>
              </a:defRPr>
            </a:lvl2pPr>
            <a:lvl3pPr marL="1828800" indent="0">
              <a:buClr>
                <a:schemeClr val="accent5"/>
              </a:buClr>
              <a:buSzPct val="80000"/>
              <a:buNone/>
              <a:defRPr>
                <a:solidFill>
                  <a:schemeClr val="tx1"/>
                </a:solidFill>
              </a:defRPr>
            </a:lvl3pPr>
            <a:lvl4pPr marL="2743200" indent="0">
              <a:buClr>
                <a:schemeClr val="accent5"/>
              </a:buClr>
              <a:buSzPct val="80000"/>
              <a:buNone/>
              <a:defRPr>
                <a:solidFill>
                  <a:schemeClr val="tx1"/>
                </a:solidFill>
              </a:defRPr>
            </a:lvl4pPr>
            <a:lvl5pPr marL="3657600" indent="0">
              <a:buClr>
                <a:schemeClr val="accent5"/>
              </a:buClr>
              <a:buSzPct val="80000"/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C0981BD2-A0B2-D238-A103-114551B684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36625" y="4603312"/>
            <a:ext cx="13338179" cy="7468037"/>
          </a:xfrm>
        </p:spPr>
        <p:txBody>
          <a:bodyPr>
            <a:noAutofit/>
          </a:bodyPr>
          <a:lstStyle>
            <a:lvl1pPr marL="0" indent="0">
              <a:buClr>
                <a:schemeClr val="accent5"/>
              </a:buClr>
              <a:buSzPct val="80000"/>
              <a:buNone/>
              <a:defRPr b="0" i="0">
                <a:solidFill>
                  <a:schemeClr val="bg1"/>
                </a:solidFill>
                <a:latin typeface="+mn-lt"/>
              </a:defRPr>
            </a:lvl1pPr>
            <a:lvl2pPr marL="914400" indent="0">
              <a:buClr>
                <a:schemeClr val="accent5"/>
              </a:buClr>
              <a:buSzPct val="80000"/>
              <a:buNone/>
              <a:defRPr>
                <a:solidFill>
                  <a:schemeClr val="bg1"/>
                </a:solidFill>
              </a:defRPr>
            </a:lvl2pPr>
            <a:lvl3pPr marL="1828800" indent="0">
              <a:buClr>
                <a:schemeClr val="accent5"/>
              </a:buClr>
              <a:buSzPct val="80000"/>
              <a:buNone/>
              <a:defRPr>
                <a:solidFill>
                  <a:schemeClr val="bg1"/>
                </a:solidFill>
              </a:defRPr>
            </a:lvl3pPr>
            <a:lvl4pPr marL="2743200" indent="0">
              <a:buClr>
                <a:schemeClr val="accent5"/>
              </a:buClr>
              <a:buSzPct val="80000"/>
              <a:buNone/>
              <a:defRPr>
                <a:solidFill>
                  <a:schemeClr val="bg1"/>
                </a:solidFill>
              </a:defRPr>
            </a:lvl4pPr>
            <a:lvl5pPr marL="3657600" indent="0">
              <a:buClr>
                <a:schemeClr val="accent5"/>
              </a:buClr>
              <a:buSzPct val="8000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321145-8A6C-BCAD-4AB5-04F3095E348F}"/>
              </a:ext>
            </a:extLst>
          </p:cNvPr>
          <p:cNvSpPr txBox="1"/>
          <p:nvPr userDrawn="1"/>
        </p:nvSpPr>
        <p:spPr>
          <a:xfrm>
            <a:off x="915836" y="12566165"/>
            <a:ext cx="6200162" cy="2769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Neudesic, an IBM company © 2024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4FB4F9-9FC2-0DF2-6F53-4C8505C3F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6770" y="914400"/>
            <a:ext cx="13338034" cy="1006429"/>
          </a:xfrm>
          <a:prstGeom prst="rect">
            <a:avLst/>
          </a:prstGeom>
        </p:spPr>
        <p:txBody>
          <a:bodyPr vert="horz" wrap="square" lIns="0" tIns="0" rIns="0" bIns="91440" rtlCol="0" anchor="t">
            <a:spAutoFit/>
          </a:bodyPr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Header goes here</a:t>
            </a:r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EEEAA559-D004-E975-3B42-CA6E7B20518A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21355050" y="12497827"/>
            <a:ext cx="2116138" cy="520362"/>
          </a:xfrm>
          <a:prstGeom prst="rect">
            <a:avLst/>
          </a:prstGeom>
        </p:spPr>
      </p:pic>
      <p:sp>
        <p:nvSpPr>
          <p:cNvPr id="8" name="Text Placeholder 23">
            <a:extLst>
              <a:ext uri="{FF2B5EF4-FFF2-40B4-BE49-F238E27FC236}">
                <a16:creationId xmlns:a16="http://schemas.microsoft.com/office/drawing/2014/main" id="{25078922-24E8-CC1C-34E6-A718E1ED848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6000410" y="3798691"/>
            <a:ext cx="6242050" cy="430887"/>
          </a:xfrm>
          <a:noFill/>
        </p:spPr>
        <p:txBody>
          <a:bodyPr wrap="square" lIns="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kumimoji="0" lang="en-US" sz="2800" b="0" i="0" u="none" strike="noStrike" cap="none" spc="150" normalizeH="0" baseline="0" smtClean="0">
                <a:ln>
                  <a:noFill/>
                </a:ln>
                <a:solidFill>
                  <a:srgbClr val="F54A05"/>
                </a:solidFill>
                <a:effectLst/>
                <a:uLnTx/>
                <a:uFillTx/>
                <a:latin typeface="+mn-lt"/>
                <a:ea typeface="Arial SemiBold" panose="02000503000000020004" pitchFamily="2" charset="0"/>
              </a:defRPr>
            </a:lvl1pPr>
            <a:lvl2pPr>
              <a:defRPr lang="en-US" sz="1800" smtClean="0">
                <a:solidFill>
                  <a:schemeClr val="tx1"/>
                </a:solidFill>
                <a:latin typeface="+mn-lt"/>
                <a:ea typeface="+mn-ea"/>
              </a:defRPr>
            </a:lvl2pPr>
            <a:lvl3pPr>
              <a:defRPr lang="en-US" sz="1800" smtClean="0">
                <a:solidFill>
                  <a:schemeClr val="tx1"/>
                </a:solidFill>
                <a:latin typeface="+mn-lt"/>
                <a:ea typeface="+mn-ea"/>
              </a:defRPr>
            </a:lvl3pPr>
            <a:lvl4pPr>
              <a:defRPr lang="en-US" sz="1800" smtClean="0">
                <a:solidFill>
                  <a:schemeClr val="tx1"/>
                </a:solidFill>
                <a:latin typeface="+mn-lt"/>
                <a:ea typeface="+mn-ea"/>
              </a:defRPr>
            </a:lvl4pPr>
            <a:lvl5pPr>
              <a:defRPr lang="en-US" sz="18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marR="0" lvl="0" indent="-457200" defTabSz="4572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PARAGRAPH HEADER</a:t>
            </a:r>
          </a:p>
        </p:txBody>
      </p:sp>
      <p:sp>
        <p:nvSpPr>
          <p:cNvPr id="11" name="Text Placeholder 23">
            <a:extLst>
              <a:ext uri="{FF2B5EF4-FFF2-40B4-BE49-F238E27FC236}">
                <a16:creationId xmlns:a16="http://schemas.microsoft.com/office/drawing/2014/main" id="{36FAD5E4-1D09-E609-7C7B-E04277B7AC5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1385" y="3798691"/>
            <a:ext cx="13333420" cy="430887"/>
          </a:xfr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kumimoji="0" lang="en-US" sz="2800" b="0" i="0" u="none" strike="noStrike" cap="none" spc="150" normalizeH="0" baseline="0" smtClean="0">
                <a:ln>
                  <a:noFill/>
                </a:ln>
                <a:solidFill>
                  <a:srgbClr val="F54A05"/>
                </a:solidFill>
                <a:effectLst/>
                <a:uLnTx/>
                <a:uFillTx/>
                <a:latin typeface="+mn-lt"/>
                <a:ea typeface="Arial SemiBold" panose="02000503000000020004" pitchFamily="2" charset="0"/>
              </a:defRPr>
            </a:lvl1pPr>
            <a:lvl2pPr>
              <a:defRPr lang="en-US" sz="1800" smtClean="0">
                <a:solidFill>
                  <a:schemeClr val="tx1"/>
                </a:solidFill>
                <a:latin typeface="+mn-lt"/>
                <a:ea typeface="+mn-ea"/>
              </a:defRPr>
            </a:lvl2pPr>
            <a:lvl3pPr>
              <a:defRPr lang="en-US" sz="1800" smtClean="0">
                <a:solidFill>
                  <a:schemeClr val="tx1"/>
                </a:solidFill>
                <a:latin typeface="+mn-lt"/>
                <a:ea typeface="+mn-ea"/>
              </a:defRPr>
            </a:lvl3pPr>
            <a:lvl4pPr>
              <a:defRPr lang="en-US" sz="1800" smtClean="0">
                <a:solidFill>
                  <a:schemeClr val="tx1"/>
                </a:solidFill>
                <a:latin typeface="+mn-lt"/>
                <a:ea typeface="+mn-ea"/>
              </a:defRPr>
            </a:lvl4pPr>
            <a:lvl5pPr>
              <a:defRPr lang="en-US" sz="18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marR="0" lvl="0" indent="-457200" defTabSz="4572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PARAGRAPH HEADER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42F32E12-5C82-EE87-3DD6-AA270BBCE9F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36770" y="1882839"/>
            <a:ext cx="13338034" cy="795282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None/>
              <a:defRPr lang="en-US" sz="4400" b="0" i="0" dirty="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Open Sans" pitchFamily="2" charset="0"/>
              </a:defRPr>
            </a:lvl1pPr>
          </a:lstStyle>
          <a:p>
            <a:pPr marL="457200" lvl="0" indent="-457200">
              <a:spcBef>
                <a:spcPts val="0"/>
              </a:spcBef>
            </a:pPr>
            <a:r>
              <a:rPr lang="en-US"/>
              <a:t>Subheader goes here</a:t>
            </a:r>
          </a:p>
        </p:txBody>
      </p:sp>
    </p:spTree>
    <p:extLst>
      <p:ext uri="{BB962C8B-B14F-4D97-AF65-F5344CB8AC3E}">
        <p14:creationId xmlns:p14="http://schemas.microsoft.com/office/powerpoint/2010/main" val="4000317118"/>
      </p:ext>
    </p:extLst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Header with 1/3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D820405-1509-3125-1C5B-095432C7149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4385584" cy="13716891"/>
          </a:xfrm>
          <a:prstGeom prst="rect">
            <a:avLst/>
          </a:prstGeom>
        </p:spPr>
      </p:pic>
      <p:pic>
        <p:nvPicPr>
          <p:cNvPr id="3" name="Picture 2" descr="A blue and black background&#10;&#10;Description automatically generated">
            <a:extLst>
              <a:ext uri="{FF2B5EF4-FFF2-40B4-BE49-F238E27FC236}">
                <a16:creationId xmlns:a16="http://schemas.microsoft.com/office/drawing/2014/main" id="{8DD998D1-E7C7-9CA0-D9F9-F3120769CE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9841832"/>
            <a:ext cx="24387175" cy="3862901"/>
          </a:xfrm>
          <a:prstGeom prst="rect">
            <a:avLst/>
          </a:prstGeom>
        </p:spPr>
      </p:pic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3E7B8BD-27CC-F4E6-8AE4-93CD0D3AFE21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6256470" y="1644650"/>
            <a:ext cx="7214718" cy="10426699"/>
          </a:xfrm>
          <a:prstGeom prst="roundRect">
            <a:avLst>
              <a:gd name="adj" fmla="val 1918"/>
            </a:avLst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+mn-lt"/>
              </a:defRPr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321145-8A6C-BCAD-4AB5-04F3095E348F}"/>
              </a:ext>
            </a:extLst>
          </p:cNvPr>
          <p:cNvSpPr txBox="1"/>
          <p:nvPr userDrawn="1"/>
        </p:nvSpPr>
        <p:spPr>
          <a:xfrm>
            <a:off x="915836" y="12566165"/>
            <a:ext cx="6200162" cy="2769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Neudesic, an IBM company © 2024</a:t>
            </a:r>
          </a:p>
        </p:txBody>
      </p:sp>
      <p:pic>
        <p:nvPicPr>
          <p:cNvPr id="11" name="Picture 7">
            <a:extLst>
              <a:ext uri="{FF2B5EF4-FFF2-40B4-BE49-F238E27FC236}">
                <a16:creationId xmlns:a16="http://schemas.microsoft.com/office/drawing/2014/main" id="{29507038-FFA2-ECFC-1E05-B5CBDF72D8A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1355050" y="12497827"/>
            <a:ext cx="2116138" cy="520362"/>
          </a:xfrm>
          <a:prstGeom prst="rect">
            <a:avLst/>
          </a:prstGeom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94D46244-8EF0-D177-8C2E-34AA35D47F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6772" y="914400"/>
            <a:ext cx="14341406" cy="1006429"/>
          </a:xfrm>
          <a:prstGeom prst="rect">
            <a:avLst/>
          </a:prstGeom>
        </p:spPr>
        <p:txBody>
          <a:bodyPr vert="horz" wrap="square" lIns="0" tIns="0" rIns="0" bIns="91440" rtlCol="0" anchor="t">
            <a:spAutoFit/>
          </a:bodyPr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Header goes here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DFCFC340-397B-4046-4465-4DFBB088FA8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36772" y="1882839"/>
            <a:ext cx="14341500" cy="795282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None/>
              <a:defRPr lang="en-US" sz="4400" b="0" i="0" dirty="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Open Sans" pitchFamily="2" charset="0"/>
              </a:defRPr>
            </a:lvl1pPr>
          </a:lstStyle>
          <a:p>
            <a:pPr marL="457200" lvl="0" indent="-457200">
              <a:spcBef>
                <a:spcPts val="0"/>
              </a:spcBef>
            </a:pPr>
            <a:r>
              <a:rPr lang="en-US"/>
              <a:t>Subheader goes here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3B567613-A81C-9673-2981-B18ABEB6FF9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1384" y="3798691"/>
            <a:ext cx="14336647" cy="430887"/>
          </a:xfr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kumimoji="0" lang="en-US" sz="2800" b="0" i="0" u="none" strike="noStrike" cap="none" spc="150" normalizeH="0" baseline="0" smtClean="0">
                <a:ln>
                  <a:noFill/>
                </a:ln>
                <a:solidFill>
                  <a:srgbClr val="F54A05"/>
                </a:solidFill>
                <a:effectLst/>
                <a:uLnTx/>
                <a:uFillTx/>
                <a:latin typeface="+mn-lt"/>
                <a:ea typeface="Arial SemiBold" panose="02000503000000020004" pitchFamily="2" charset="0"/>
              </a:defRPr>
            </a:lvl1pPr>
            <a:lvl2pPr>
              <a:defRPr lang="en-US" sz="1800" smtClean="0">
                <a:solidFill>
                  <a:schemeClr val="tx1"/>
                </a:solidFill>
                <a:latin typeface="+mn-lt"/>
                <a:ea typeface="+mn-ea"/>
              </a:defRPr>
            </a:lvl2pPr>
            <a:lvl3pPr>
              <a:defRPr lang="en-US" sz="1800" smtClean="0">
                <a:solidFill>
                  <a:schemeClr val="tx1"/>
                </a:solidFill>
                <a:latin typeface="+mn-lt"/>
                <a:ea typeface="+mn-ea"/>
              </a:defRPr>
            </a:lvl3pPr>
            <a:lvl4pPr>
              <a:defRPr lang="en-US" sz="1800" smtClean="0">
                <a:solidFill>
                  <a:schemeClr val="tx1"/>
                </a:solidFill>
                <a:latin typeface="+mn-lt"/>
                <a:ea typeface="+mn-ea"/>
              </a:defRPr>
            </a:lvl4pPr>
            <a:lvl5pPr>
              <a:defRPr lang="en-US" sz="18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marR="0" lvl="0" indent="-457200" defTabSz="4572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PARAGRAPH HEADER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A04216B3-AB6B-CDD9-3D65-25FC988111C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36626" y="4603311"/>
            <a:ext cx="14341406" cy="2951962"/>
          </a:xfrm>
        </p:spPr>
        <p:txBody>
          <a:bodyPr/>
          <a:lstStyle>
            <a:lvl1pPr>
              <a:buClr>
                <a:schemeClr val="accent5"/>
              </a:buClr>
              <a:buSzPct val="80000"/>
              <a:defRPr b="0" i="0">
                <a:solidFill>
                  <a:schemeClr val="bg1"/>
                </a:solidFill>
                <a:latin typeface="+mn-lt"/>
              </a:defRPr>
            </a:lvl1pPr>
            <a:lvl2pPr>
              <a:buClr>
                <a:schemeClr val="accent5"/>
              </a:buClr>
              <a:buSzPct val="80000"/>
              <a:defRPr b="0" i="0">
                <a:solidFill>
                  <a:schemeClr val="bg1"/>
                </a:solidFill>
                <a:latin typeface="+mn-lt"/>
              </a:defRPr>
            </a:lvl2pPr>
            <a:lvl3pPr>
              <a:buClr>
                <a:schemeClr val="accent5"/>
              </a:buClr>
              <a:buSzPct val="80000"/>
              <a:defRPr b="0" i="0">
                <a:solidFill>
                  <a:schemeClr val="bg1"/>
                </a:solidFill>
                <a:latin typeface="+mn-lt"/>
              </a:defRPr>
            </a:lvl3pPr>
            <a:lvl4pPr>
              <a:buClr>
                <a:schemeClr val="accent5"/>
              </a:buClr>
              <a:buSzPct val="80000"/>
              <a:defRPr b="0" i="0">
                <a:solidFill>
                  <a:schemeClr val="bg1"/>
                </a:solidFill>
                <a:latin typeface="+mn-lt"/>
              </a:defRPr>
            </a:lvl4pPr>
            <a:lvl5pPr>
              <a:buClr>
                <a:schemeClr val="accent5"/>
              </a:buClr>
              <a:buSzPct val="80000"/>
              <a:defRPr b="0" i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29802700"/>
      </p:ext>
    </p:extLst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Header with 1/2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D820405-1509-3125-1C5B-095432C7149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4385584" cy="13716891"/>
          </a:xfrm>
          <a:prstGeom prst="rect">
            <a:avLst/>
          </a:prstGeom>
        </p:spPr>
      </p:pic>
      <p:pic>
        <p:nvPicPr>
          <p:cNvPr id="5" name="Picture 4" descr="A blue and black background&#10;&#10;Description automatically generated">
            <a:extLst>
              <a:ext uri="{FF2B5EF4-FFF2-40B4-BE49-F238E27FC236}">
                <a16:creationId xmlns:a16="http://schemas.microsoft.com/office/drawing/2014/main" id="{2299D10E-29B2-C77B-700E-3C34505BCC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9841832"/>
            <a:ext cx="24387175" cy="3862901"/>
          </a:xfrm>
          <a:prstGeom prst="rect">
            <a:avLst/>
          </a:prstGeom>
        </p:spPr>
      </p:pic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3E7B8BD-27CC-F4E6-8AE4-93CD0D3AFE21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2426394" y="1644650"/>
            <a:ext cx="11044794" cy="10426699"/>
          </a:xfrm>
          <a:prstGeom prst="roundRect">
            <a:avLst>
              <a:gd name="adj" fmla="val 1918"/>
            </a:avLst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+mn-lt"/>
              </a:defRPr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321145-8A6C-BCAD-4AB5-04F3095E348F}"/>
              </a:ext>
            </a:extLst>
          </p:cNvPr>
          <p:cNvSpPr txBox="1"/>
          <p:nvPr userDrawn="1"/>
        </p:nvSpPr>
        <p:spPr>
          <a:xfrm>
            <a:off x="915836" y="12566165"/>
            <a:ext cx="6200162" cy="2769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Neudesic, an IBM company © 2024</a:t>
            </a:r>
          </a:p>
        </p:txBody>
      </p:sp>
      <p:pic>
        <p:nvPicPr>
          <p:cNvPr id="11" name="Picture 7">
            <a:extLst>
              <a:ext uri="{FF2B5EF4-FFF2-40B4-BE49-F238E27FC236}">
                <a16:creationId xmlns:a16="http://schemas.microsoft.com/office/drawing/2014/main" id="{29507038-FFA2-ECFC-1E05-B5CBDF72D8A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1355050" y="12497827"/>
            <a:ext cx="2116138" cy="520362"/>
          </a:xfrm>
          <a:prstGeom prst="rect">
            <a:avLst/>
          </a:prstGeom>
        </p:spPr>
      </p:pic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FBC45557-29AE-475D-0DEE-25511B1710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6770" y="914400"/>
            <a:ext cx="10543935" cy="1006429"/>
          </a:xfrm>
          <a:prstGeom prst="rect">
            <a:avLst/>
          </a:prstGeom>
        </p:spPr>
        <p:txBody>
          <a:bodyPr vert="horz" wrap="square" lIns="0" tIns="0" rIns="0" bIns="91440" rtlCol="0" anchor="t">
            <a:spAutoFit/>
          </a:bodyPr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Header goes here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6A1D3F35-823C-7911-EFAD-CF828B51999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36771" y="1882839"/>
            <a:ext cx="10544003" cy="795282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None/>
              <a:defRPr lang="en-US" sz="4400" b="0" i="0" dirty="0">
                <a:solidFill>
                  <a:schemeClr val="bg1"/>
                </a:solidFill>
                <a:latin typeface="Arial" panose="020B0604020202020204" pitchFamily="34" charset="0"/>
                <a:ea typeface="Arial" panose="02000503000000020004" pitchFamily="2" charset="0"/>
                <a:cs typeface="Open Sans" pitchFamily="2" charset="0"/>
              </a:defRPr>
            </a:lvl1pPr>
          </a:lstStyle>
          <a:p>
            <a:pPr marL="457200" lvl="0" indent="-457200">
              <a:spcBef>
                <a:spcPts val="0"/>
              </a:spcBef>
            </a:pPr>
            <a:r>
              <a:rPr lang="en-US"/>
              <a:t>Subheader goes here</a:t>
            </a:r>
          </a:p>
        </p:txBody>
      </p:sp>
      <p:sp>
        <p:nvSpPr>
          <p:cNvPr id="3" name="Text Placeholder 23">
            <a:extLst>
              <a:ext uri="{FF2B5EF4-FFF2-40B4-BE49-F238E27FC236}">
                <a16:creationId xmlns:a16="http://schemas.microsoft.com/office/drawing/2014/main" id="{E3A2E88B-4D26-FE5D-4D8D-0EA9C057385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1384" y="3798691"/>
            <a:ext cx="10538543" cy="430887"/>
          </a:xfr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kumimoji="0" lang="en-US" sz="2800" b="0" i="0" u="none" strike="noStrike" cap="none" spc="150" normalizeH="0" baseline="0" smtClean="0">
                <a:ln>
                  <a:noFill/>
                </a:ln>
                <a:solidFill>
                  <a:srgbClr val="F54A05"/>
                </a:solidFill>
                <a:effectLst/>
                <a:uLnTx/>
                <a:uFillTx/>
                <a:latin typeface="+mn-lt"/>
                <a:ea typeface="Arial SemiBold" panose="02000503000000020004" pitchFamily="2" charset="0"/>
              </a:defRPr>
            </a:lvl1pPr>
            <a:lvl2pPr>
              <a:defRPr lang="en-US" sz="1800" smtClean="0">
                <a:solidFill>
                  <a:schemeClr val="tx1"/>
                </a:solidFill>
                <a:latin typeface="+mn-lt"/>
                <a:ea typeface="+mn-ea"/>
              </a:defRPr>
            </a:lvl2pPr>
            <a:lvl3pPr>
              <a:defRPr lang="en-US" sz="1800" smtClean="0">
                <a:solidFill>
                  <a:schemeClr val="tx1"/>
                </a:solidFill>
                <a:latin typeface="+mn-lt"/>
                <a:ea typeface="+mn-ea"/>
              </a:defRPr>
            </a:lvl3pPr>
            <a:lvl4pPr>
              <a:defRPr lang="en-US" sz="1800" smtClean="0">
                <a:solidFill>
                  <a:schemeClr val="tx1"/>
                </a:solidFill>
                <a:latin typeface="+mn-lt"/>
                <a:ea typeface="+mn-ea"/>
              </a:defRPr>
            </a:lvl4pPr>
            <a:lvl5pPr>
              <a:defRPr lang="en-US" sz="18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marR="0" lvl="0" indent="-457200" defTabSz="4572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PARAGRAPH HEADER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051FF6D4-A9AB-1E6C-DC06-808F74CBF25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36626" y="4603311"/>
            <a:ext cx="10543302" cy="2951962"/>
          </a:xfrm>
        </p:spPr>
        <p:txBody>
          <a:bodyPr/>
          <a:lstStyle>
            <a:lvl1pPr>
              <a:buClr>
                <a:schemeClr val="accent5"/>
              </a:buClr>
              <a:buSzPct val="80000"/>
              <a:defRPr b="0" i="0">
                <a:solidFill>
                  <a:schemeClr val="bg1"/>
                </a:solidFill>
                <a:latin typeface="+mn-lt"/>
              </a:defRPr>
            </a:lvl1pPr>
            <a:lvl2pPr>
              <a:buClr>
                <a:schemeClr val="accent5"/>
              </a:buClr>
              <a:buSzPct val="80000"/>
              <a:defRPr b="0" i="0">
                <a:solidFill>
                  <a:schemeClr val="bg1"/>
                </a:solidFill>
                <a:latin typeface="+mn-lt"/>
              </a:defRPr>
            </a:lvl2pPr>
            <a:lvl3pPr>
              <a:buClr>
                <a:schemeClr val="accent5"/>
              </a:buClr>
              <a:buSzPct val="80000"/>
              <a:defRPr b="0" i="0">
                <a:solidFill>
                  <a:schemeClr val="bg1"/>
                </a:solidFill>
                <a:latin typeface="+mn-lt"/>
              </a:defRPr>
            </a:lvl3pPr>
            <a:lvl4pPr>
              <a:buClr>
                <a:schemeClr val="accent5"/>
              </a:buClr>
              <a:buSzPct val="80000"/>
              <a:defRPr b="0" i="0">
                <a:solidFill>
                  <a:schemeClr val="bg1"/>
                </a:solidFill>
                <a:latin typeface="+mn-lt"/>
              </a:defRPr>
            </a:lvl4pPr>
            <a:lvl5pPr>
              <a:buClr>
                <a:schemeClr val="accent5"/>
              </a:buClr>
              <a:buSzPct val="80000"/>
              <a:defRPr b="0" i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06522580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Headshot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D820405-1509-3125-1C5B-095432C7149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4385584" cy="13716891"/>
          </a:xfrm>
          <a:prstGeom prst="rect">
            <a:avLst/>
          </a:prstGeom>
        </p:spPr>
      </p:pic>
      <p:pic>
        <p:nvPicPr>
          <p:cNvPr id="27" name="Picture 26" descr="A blue and black background&#10;&#10;Description automatically generated">
            <a:extLst>
              <a:ext uri="{FF2B5EF4-FFF2-40B4-BE49-F238E27FC236}">
                <a16:creationId xmlns:a16="http://schemas.microsoft.com/office/drawing/2014/main" id="{45B486F8-1FFB-F77F-1584-8CD52B910A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9841832"/>
            <a:ext cx="24387175" cy="386290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A321145-8A6C-BCAD-4AB5-04F3095E348F}"/>
              </a:ext>
            </a:extLst>
          </p:cNvPr>
          <p:cNvSpPr txBox="1"/>
          <p:nvPr userDrawn="1"/>
        </p:nvSpPr>
        <p:spPr>
          <a:xfrm>
            <a:off x="915836" y="12566165"/>
            <a:ext cx="6200162" cy="2769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Neudesic, an IBM company © 2024</a:t>
            </a:r>
          </a:p>
        </p:txBody>
      </p:sp>
      <p:pic>
        <p:nvPicPr>
          <p:cNvPr id="11" name="Picture 7">
            <a:extLst>
              <a:ext uri="{FF2B5EF4-FFF2-40B4-BE49-F238E27FC236}">
                <a16:creationId xmlns:a16="http://schemas.microsoft.com/office/drawing/2014/main" id="{29507038-FFA2-ECFC-1E05-B5CBDF72D8A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1355050" y="12497827"/>
            <a:ext cx="2116138" cy="520362"/>
          </a:xfrm>
          <a:prstGeom prst="rect">
            <a:avLst/>
          </a:prstGeom>
        </p:spPr>
      </p:pic>
      <p:sp>
        <p:nvSpPr>
          <p:cNvPr id="3" name="Picture Placeholder 33">
            <a:extLst>
              <a:ext uri="{FF2B5EF4-FFF2-40B4-BE49-F238E27FC236}">
                <a16:creationId xmlns:a16="http://schemas.microsoft.com/office/drawing/2014/main" id="{468D81BB-0F89-786E-EA9E-DDF543377BF5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1503007" y="4460535"/>
            <a:ext cx="4141719" cy="4886810"/>
          </a:xfrm>
          <a:ln w="19050">
            <a:noFill/>
          </a:ln>
        </p:spPr>
        <p:txBody>
          <a:bodyPr>
            <a:noAutofit/>
          </a:bodyPr>
          <a:lstStyle>
            <a:lvl1pPr marL="0" indent="0" algn="ctr">
              <a:buNone/>
              <a:defRPr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Picture Placeholder 33">
            <a:extLst>
              <a:ext uri="{FF2B5EF4-FFF2-40B4-BE49-F238E27FC236}">
                <a16:creationId xmlns:a16="http://schemas.microsoft.com/office/drawing/2014/main" id="{93268A54-BA10-E2E8-6ED5-D7670D04D71A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7249488" y="4460535"/>
            <a:ext cx="4141719" cy="4886810"/>
          </a:xfrm>
          <a:ln w="19050">
            <a:noFill/>
          </a:ln>
        </p:spPr>
        <p:txBody>
          <a:bodyPr>
            <a:noAutofit/>
          </a:bodyPr>
          <a:lstStyle>
            <a:lvl1pPr marL="0" indent="0" algn="ctr">
              <a:buNone/>
              <a:defRPr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33">
            <a:extLst>
              <a:ext uri="{FF2B5EF4-FFF2-40B4-BE49-F238E27FC236}">
                <a16:creationId xmlns:a16="http://schemas.microsoft.com/office/drawing/2014/main" id="{D0DAE564-54C8-F39E-06A4-670B7B07B16B}"/>
              </a:ext>
            </a:extLst>
          </p:cNvPr>
          <p:cNvSpPr>
            <a:spLocks noGrp="1" noChangeAspect="1"/>
          </p:cNvSpPr>
          <p:nvPr>
            <p:ph type="pic" sz="quarter" idx="21"/>
          </p:nvPr>
        </p:nvSpPr>
        <p:spPr>
          <a:xfrm>
            <a:off x="18742449" y="4460535"/>
            <a:ext cx="4141719" cy="4886810"/>
          </a:xfrm>
          <a:ln w="19050">
            <a:noFill/>
          </a:ln>
        </p:spPr>
        <p:txBody>
          <a:bodyPr>
            <a:noAutofit/>
          </a:bodyPr>
          <a:lstStyle>
            <a:lvl1pPr marL="0" indent="0" algn="ctr">
              <a:buNone/>
              <a:defRPr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33">
            <a:extLst>
              <a:ext uri="{FF2B5EF4-FFF2-40B4-BE49-F238E27FC236}">
                <a16:creationId xmlns:a16="http://schemas.microsoft.com/office/drawing/2014/main" id="{0D3E6ACE-88C8-214A-7986-68CD43496EB6}"/>
              </a:ext>
            </a:extLst>
          </p:cNvPr>
          <p:cNvSpPr>
            <a:spLocks noGrp="1" noChangeAspect="1"/>
          </p:cNvSpPr>
          <p:nvPr>
            <p:ph type="pic" sz="quarter" idx="22"/>
          </p:nvPr>
        </p:nvSpPr>
        <p:spPr>
          <a:xfrm>
            <a:off x="12995969" y="4460535"/>
            <a:ext cx="4141719" cy="4886810"/>
          </a:xfrm>
          <a:ln w="19050">
            <a:noFill/>
          </a:ln>
        </p:spPr>
        <p:txBody>
          <a:bodyPr>
            <a:noAutofit/>
          </a:bodyPr>
          <a:lstStyle>
            <a:lvl1pPr marL="0" indent="0" algn="ctr">
              <a:buNone/>
              <a:defRPr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3450AA87-9A9F-BC53-2C3F-7B8D6D22541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18662" y="9712031"/>
            <a:ext cx="4126064" cy="506101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None/>
              <a:defRPr lang="en-US" sz="2800" b="0" i="0" dirty="0">
                <a:solidFill>
                  <a:schemeClr val="accent4"/>
                </a:solidFill>
                <a:latin typeface="+mn-lt"/>
                <a:ea typeface="Arial" panose="02000503000000020004" pitchFamily="2" charset="0"/>
                <a:cs typeface="Open Sans" pitchFamily="2" charset="0"/>
              </a:defRPr>
            </a:lvl1pPr>
          </a:lstStyle>
          <a:p>
            <a:pPr marL="457200" lvl="0" indent="-457200">
              <a:spcBef>
                <a:spcPts val="0"/>
              </a:spcBef>
            </a:pPr>
            <a:r>
              <a:rPr lang="en-US"/>
              <a:t>Firstname Lastname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FE15DE13-BE4D-2178-C93E-CABBF2E722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18662" y="10325643"/>
            <a:ext cx="4126064" cy="361446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None/>
              <a:defRPr lang="en-US" sz="2000" b="0" i="0" dirty="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Open Sans" pitchFamily="2" charset="0"/>
              </a:defRPr>
            </a:lvl1pPr>
          </a:lstStyle>
          <a:p>
            <a:pPr marL="457200" lvl="0" indent="-457200">
              <a:spcBef>
                <a:spcPts val="0"/>
              </a:spcBef>
            </a:pPr>
            <a:r>
              <a:rPr lang="en-US"/>
              <a:t>Position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1985A27A-DA74-A6D4-30B5-E3A7D717D53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254444" y="9712031"/>
            <a:ext cx="4126064" cy="506101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None/>
              <a:defRPr lang="en-US" sz="2800" b="0" i="0" dirty="0">
                <a:solidFill>
                  <a:schemeClr val="accent4"/>
                </a:solidFill>
                <a:latin typeface="+mn-lt"/>
                <a:ea typeface="Arial" panose="02000503000000020004" pitchFamily="2" charset="0"/>
                <a:cs typeface="Open Sans" pitchFamily="2" charset="0"/>
              </a:defRPr>
            </a:lvl1pPr>
          </a:lstStyle>
          <a:p>
            <a:pPr marL="457200" lvl="0" indent="-457200">
              <a:spcBef>
                <a:spcPts val="0"/>
              </a:spcBef>
            </a:pPr>
            <a:r>
              <a:rPr lang="en-US"/>
              <a:t>Firstname Lastname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E70D58EE-CFC5-DBAB-7E9E-DB677A1BEC2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254444" y="10325643"/>
            <a:ext cx="4126064" cy="361446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None/>
              <a:defRPr lang="en-US" sz="2000" b="0" i="0" dirty="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Open Sans" pitchFamily="2" charset="0"/>
              </a:defRPr>
            </a:lvl1pPr>
          </a:lstStyle>
          <a:p>
            <a:pPr marL="457200" lvl="0" indent="-457200">
              <a:spcBef>
                <a:spcPts val="0"/>
              </a:spcBef>
            </a:pPr>
            <a:r>
              <a:rPr lang="en-US"/>
              <a:t>Position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9C6D445-778D-CF5A-DCF5-EB464C38C98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990226" y="9712031"/>
            <a:ext cx="4126064" cy="506101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None/>
              <a:defRPr lang="en-US" sz="2800" b="0" i="0" dirty="0">
                <a:solidFill>
                  <a:schemeClr val="accent4"/>
                </a:solidFill>
                <a:latin typeface="+mn-lt"/>
                <a:ea typeface="Arial" panose="02000503000000020004" pitchFamily="2" charset="0"/>
                <a:cs typeface="Open Sans" pitchFamily="2" charset="0"/>
              </a:defRPr>
            </a:lvl1pPr>
          </a:lstStyle>
          <a:p>
            <a:pPr marL="457200" lvl="0" indent="-457200">
              <a:spcBef>
                <a:spcPts val="0"/>
              </a:spcBef>
            </a:pPr>
            <a:r>
              <a:rPr lang="en-US"/>
              <a:t>Firstname Lastname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16067F38-A95E-8B11-B5EA-DC1BEE2EC83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990226" y="10325643"/>
            <a:ext cx="4126064" cy="361446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None/>
              <a:defRPr lang="en-US" sz="2000" b="0" i="0" dirty="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Open Sans" pitchFamily="2" charset="0"/>
              </a:defRPr>
            </a:lvl1pPr>
          </a:lstStyle>
          <a:p>
            <a:pPr marL="457200" lvl="0" indent="-457200">
              <a:spcBef>
                <a:spcPts val="0"/>
              </a:spcBef>
            </a:pPr>
            <a:r>
              <a:rPr lang="en-US"/>
              <a:t>Position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09268539-0612-AEFA-FB51-997EA8AB2A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8726008" y="9712031"/>
            <a:ext cx="4126064" cy="506101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None/>
              <a:defRPr lang="en-US" sz="2800" b="0" i="0" dirty="0">
                <a:solidFill>
                  <a:schemeClr val="accent4"/>
                </a:solidFill>
                <a:latin typeface="+mn-lt"/>
                <a:ea typeface="Arial" panose="02000503000000020004" pitchFamily="2" charset="0"/>
                <a:cs typeface="Open Sans" pitchFamily="2" charset="0"/>
              </a:defRPr>
            </a:lvl1pPr>
          </a:lstStyle>
          <a:p>
            <a:pPr marL="457200" lvl="0" indent="-457200">
              <a:spcBef>
                <a:spcPts val="0"/>
              </a:spcBef>
            </a:pPr>
            <a:r>
              <a:rPr lang="en-US"/>
              <a:t>Firstname Lastname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1A14A65A-F099-9F08-951D-4D7EAA96845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8726008" y="10325643"/>
            <a:ext cx="4126064" cy="361446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None/>
              <a:defRPr lang="en-US" sz="2000" b="0" i="0" dirty="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Open Sans" pitchFamily="2" charset="0"/>
              </a:defRPr>
            </a:lvl1pPr>
          </a:lstStyle>
          <a:p>
            <a:pPr marL="457200" lvl="0" indent="-457200">
              <a:spcBef>
                <a:spcPts val="0"/>
              </a:spcBef>
            </a:pPr>
            <a:r>
              <a:rPr lang="en-US"/>
              <a:t>Position</a:t>
            </a:r>
          </a:p>
        </p:txBody>
      </p:sp>
      <p:sp>
        <p:nvSpPr>
          <p:cNvPr id="28" name="Title Placeholder 1">
            <a:extLst>
              <a:ext uri="{FF2B5EF4-FFF2-40B4-BE49-F238E27FC236}">
                <a16:creationId xmlns:a16="http://schemas.microsoft.com/office/drawing/2014/main" id="{E2FCF511-D0F1-3AB0-9CE0-DE518443FD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6769" y="914400"/>
            <a:ext cx="21947399" cy="1006429"/>
          </a:xfrm>
          <a:prstGeom prst="rect">
            <a:avLst/>
          </a:prstGeom>
        </p:spPr>
        <p:txBody>
          <a:bodyPr vert="horz" wrap="square" lIns="0" tIns="0" rIns="0" bIns="91440" rtlCol="0" anchor="t">
            <a:spAutoFit/>
          </a:bodyPr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Header goes here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1A8E45E9-F59A-A844-4FA5-FD950717BC1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36770" y="1882839"/>
            <a:ext cx="21947397" cy="795282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None/>
              <a:defRPr lang="en-US" sz="4400" b="0" i="0" dirty="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Open Sans" pitchFamily="2" charset="0"/>
              </a:defRPr>
            </a:lvl1pPr>
          </a:lstStyle>
          <a:p>
            <a:pPr marL="457200" lvl="0" indent="-457200">
              <a:spcBef>
                <a:spcPts val="0"/>
              </a:spcBef>
            </a:pPr>
            <a:r>
              <a:rPr lang="en-US"/>
              <a:t>Subheader goes here</a:t>
            </a:r>
          </a:p>
        </p:txBody>
      </p:sp>
    </p:spTree>
    <p:extLst>
      <p:ext uri="{BB962C8B-B14F-4D97-AF65-F5344CB8AC3E}">
        <p14:creationId xmlns:p14="http://schemas.microsoft.com/office/powerpoint/2010/main" val="414998983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Quote with headsho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B1F1162-65BA-41A4-C185-55E720A8775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4385584" cy="13716891"/>
          </a:xfrm>
          <a:prstGeom prst="rect">
            <a:avLst/>
          </a:prstGeom>
        </p:spPr>
      </p:pic>
      <p:pic>
        <p:nvPicPr>
          <p:cNvPr id="10" name="Picture 9" descr="A blue and black background&#10;&#10;Description automatically generated">
            <a:extLst>
              <a:ext uri="{FF2B5EF4-FFF2-40B4-BE49-F238E27FC236}">
                <a16:creationId xmlns:a16="http://schemas.microsoft.com/office/drawing/2014/main" id="{31C267E0-D3A9-4662-F364-5614FC5CBF7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9841832"/>
            <a:ext cx="24387175" cy="38629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54FE42D-73A9-B6F7-3F51-92D08456067A}"/>
              </a:ext>
            </a:extLst>
          </p:cNvPr>
          <p:cNvSpPr txBox="1"/>
          <p:nvPr userDrawn="1"/>
        </p:nvSpPr>
        <p:spPr>
          <a:xfrm>
            <a:off x="915836" y="12566165"/>
            <a:ext cx="6200162" cy="2769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Neudesic, an IBM company © 2024</a:t>
            </a:r>
          </a:p>
        </p:txBody>
      </p:sp>
      <p:pic>
        <p:nvPicPr>
          <p:cNvPr id="9" name="Picture 7">
            <a:extLst>
              <a:ext uri="{FF2B5EF4-FFF2-40B4-BE49-F238E27FC236}">
                <a16:creationId xmlns:a16="http://schemas.microsoft.com/office/drawing/2014/main" id="{CCAE7180-9416-F193-CDD4-62820D7EE7C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1355050" y="12497827"/>
            <a:ext cx="2116138" cy="520362"/>
          </a:xfrm>
          <a:prstGeom prst="rect">
            <a:avLst/>
          </a:prstGeom>
        </p:spPr>
      </p:pic>
      <p:sp>
        <p:nvSpPr>
          <p:cNvPr id="12" name="Picture Placeholder 33">
            <a:extLst>
              <a:ext uri="{FF2B5EF4-FFF2-40B4-BE49-F238E27FC236}">
                <a16:creationId xmlns:a16="http://schemas.microsoft.com/office/drawing/2014/main" id="{0FEB929F-CA5E-7394-865C-BE8291D74995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18036829" y="4063737"/>
            <a:ext cx="4141719" cy="501804"/>
          </a:xfrm>
          <a:ln w="19050">
            <a:noFill/>
          </a:ln>
        </p:spPr>
        <p:txBody>
          <a:bodyPr/>
          <a:lstStyle>
            <a:lvl1pPr marL="0" indent="0" algn="ctr">
              <a:buNone/>
              <a:defRPr b="0" i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BBF1C532-1841-E566-EF34-C3509A6697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369127" y="4063738"/>
            <a:ext cx="13959444" cy="1231106"/>
          </a:xfr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000" b="0" i="0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  <a:lvl2pPr>
              <a:defRPr b="0" i="0">
                <a:latin typeface="Poppins" panose="020B0503030300000000" pitchFamily="34" charset="0"/>
              </a:defRPr>
            </a:lvl2pPr>
            <a:lvl3pPr>
              <a:defRPr b="0" i="0">
                <a:latin typeface="Poppins" panose="020B0503030300000000" pitchFamily="34" charset="0"/>
              </a:defRPr>
            </a:lvl3pPr>
            <a:lvl4pPr>
              <a:defRPr b="0" i="0">
                <a:latin typeface="Poppins" panose="020B0503030300000000" pitchFamily="34" charset="0"/>
              </a:defRPr>
            </a:lvl4pPr>
            <a:lvl5pPr>
              <a:defRPr b="0" i="0">
                <a:latin typeface="Poppins" panose="020B0503030300000000" pitchFamily="34" charset="0"/>
              </a:defRPr>
            </a:lvl5pPr>
          </a:lstStyle>
          <a:p>
            <a:pPr lvl="0"/>
            <a:r>
              <a:rPr lang="en-US"/>
              <a:t>Quote goes here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DD0BBC-6A48-F622-EC5F-EE8C0E63FDE5}"/>
              </a:ext>
            </a:extLst>
          </p:cNvPr>
          <p:cNvSpPr txBox="1"/>
          <p:nvPr userDrawn="1"/>
        </p:nvSpPr>
        <p:spPr>
          <a:xfrm>
            <a:off x="609600" y="2149019"/>
            <a:ext cx="3519055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0">
                <a:solidFill>
                  <a:srgbClr val="B8D6E3"/>
                </a:solidFill>
                <a:latin typeface="+mj-lt"/>
              </a:rPr>
              <a:t>“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0B118081-973E-84DF-A30B-C56FB3E6FFD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137170" y="9605556"/>
            <a:ext cx="6191401" cy="506101"/>
          </a:xfrm>
        </p:spPr>
        <p:txBody>
          <a:bodyPr wrap="square" anchor="t">
            <a:spAutoFit/>
          </a:bodyPr>
          <a:lstStyle>
            <a:lvl1pPr marL="0" indent="0" algn="r">
              <a:spcBef>
                <a:spcPts val="0"/>
              </a:spcBef>
              <a:buNone/>
              <a:defRPr sz="2800" b="0" i="0" spc="150" baseline="0">
                <a:solidFill>
                  <a:srgbClr val="F54A05"/>
                </a:solidFill>
                <a:latin typeface="+mn-lt"/>
              </a:defRPr>
            </a:lvl1pPr>
            <a:lvl2pPr>
              <a:defRPr b="0" i="0">
                <a:latin typeface="Poppins" panose="020B0503030300000000" pitchFamily="34" charset="0"/>
              </a:defRPr>
            </a:lvl2pPr>
            <a:lvl3pPr>
              <a:defRPr b="0" i="0">
                <a:latin typeface="Poppins" panose="020B0503030300000000" pitchFamily="34" charset="0"/>
              </a:defRPr>
            </a:lvl3pPr>
            <a:lvl4pPr>
              <a:defRPr b="0" i="0">
                <a:latin typeface="Poppins" panose="020B0503030300000000" pitchFamily="34" charset="0"/>
              </a:defRPr>
            </a:lvl4pPr>
            <a:lvl5pPr>
              <a:defRPr b="0" i="0">
                <a:latin typeface="Poppins" panose="020B0503030300000000" pitchFamily="34" charset="0"/>
              </a:defRPr>
            </a:lvl5pPr>
          </a:lstStyle>
          <a:p>
            <a:pPr lvl="0"/>
            <a:r>
              <a:rPr lang="en-US"/>
              <a:t>—ATTRIBUTION NAME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05ACC6D-3E7F-61D7-A9CD-C05605CA873D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470592" y="8867419"/>
            <a:ext cx="5274191" cy="237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203307"/>
      </p:ext>
    </p:extLst>
  </p:cSld>
  <p:clrMapOvr>
    <a:masterClrMapping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Quot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92A6E97-736E-C417-52A1-195DD661B60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4385584" cy="13716891"/>
          </a:xfrm>
          <a:prstGeom prst="rect">
            <a:avLst/>
          </a:prstGeom>
        </p:spPr>
      </p:pic>
      <p:pic>
        <p:nvPicPr>
          <p:cNvPr id="3" name="Picture 2" descr="A blue and black background&#10;&#10;Description automatically generated">
            <a:extLst>
              <a:ext uri="{FF2B5EF4-FFF2-40B4-BE49-F238E27FC236}">
                <a16:creationId xmlns:a16="http://schemas.microsoft.com/office/drawing/2014/main" id="{673B44B2-B574-386D-ABE7-274E12377E3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9841832"/>
            <a:ext cx="24387175" cy="3862901"/>
          </a:xfrm>
          <a:prstGeom prst="rect">
            <a:avLst/>
          </a:prstGeom>
        </p:spPr>
      </p:pic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67BC568C-5BDE-8E74-6DC9-2D2EF35F6AA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369127" y="4063738"/>
            <a:ext cx="19437928" cy="1231106"/>
          </a:xfr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000" b="0" i="0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  <a:lvl2pPr>
              <a:defRPr b="0" i="0">
                <a:latin typeface="Poppins" panose="020B0503030300000000" pitchFamily="34" charset="0"/>
              </a:defRPr>
            </a:lvl2pPr>
            <a:lvl3pPr>
              <a:defRPr b="0" i="0">
                <a:latin typeface="Poppins" panose="020B0503030300000000" pitchFamily="34" charset="0"/>
              </a:defRPr>
            </a:lvl3pPr>
            <a:lvl4pPr>
              <a:defRPr b="0" i="0">
                <a:latin typeface="Poppins" panose="020B0503030300000000" pitchFamily="34" charset="0"/>
              </a:defRPr>
            </a:lvl4pPr>
            <a:lvl5pPr>
              <a:defRPr b="0" i="0">
                <a:latin typeface="Poppins" panose="020B0503030300000000" pitchFamily="34" charset="0"/>
              </a:defRPr>
            </a:lvl5pPr>
          </a:lstStyle>
          <a:p>
            <a:pPr lvl="0"/>
            <a:r>
              <a:rPr lang="en-US"/>
              <a:t>Quote goes here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74853F-712F-23BA-A5D0-43291A9B798F}"/>
              </a:ext>
            </a:extLst>
          </p:cNvPr>
          <p:cNvSpPr txBox="1"/>
          <p:nvPr userDrawn="1"/>
        </p:nvSpPr>
        <p:spPr>
          <a:xfrm>
            <a:off x="609600" y="2149019"/>
            <a:ext cx="3519055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0">
                <a:solidFill>
                  <a:srgbClr val="B8D6E3"/>
                </a:solidFill>
                <a:latin typeface="+mj-lt"/>
              </a:rPr>
              <a:t>“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E1090159-03D8-3897-2052-1632427627A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615654" y="9605556"/>
            <a:ext cx="6191401" cy="506101"/>
          </a:xfrm>
        </p:spPr>
        <p:txBody>
          <a:bodyPr wrap="square" anchor="t">
            <a:spAutoFit/>
          </a:bodyPr>
          <a:lstStyle>
            <a:lvl1pPr marL="0" indent="0" algn="r">
              <a:spcBef>
                <a:spcPts val="0"/>
              </a:spcBef>
              <a:buNone/>
              <a:defRPr sz="2800" b="0" i="0" spc="150" baseline="0">
                <a:solidFill>
                  <a:srgbClr val="F54A05"/>
                </a:solidFill>
                <a:latin typeface="+mn-lt"/>
                <a:ea typeface="Arial" panose="02000503000000020004" pitchFamily="2" charset="0"/>
              </a:defRPr>
            </a:lvl1pPr>
            <a:lvl2pPr>
              <a:defRPr b="0" i="0">
                <a:latin typeface="Poppins" panose="020B0503030300000000" pitchFamily="34" charset="0"/>
              </a:defRPr>
            </a:lvl2pPr>
            <a:lvl3pPr>
              <a:defRPr b="0" i="0">
                <a:latin typeface="Poppins" panose="020B0503030300000000" pitchFamily="34" charset="0"/>
              </a:defRPr>
            </a:lvl3pPr>
            <a:lvl4pPr>
              <a:defRPr b="0" i="0">
                <a:latin typeface="Poppins" panose="020B0503030300000000" pitchFamily="34" charset="0"/>
              </a:defRPr>
            </a:lvl4pPr>
            <a:lvl5pPr>
              <a:defRPr b="0" i="0">
                <a:latin typeface="Poppins" panose="020B0503030300000000" pitchFamily="34" charset="0"/>
              </a:defRPr>
            </a:lvl5pPr>
          </a:lstStyle>
          <a:p>
            <a:pPr lvl="0"/>
            <a:r>
              <a:rPr lang="en-US"/>
              <a:t>—ATTRIBUTION NAME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700CC3-29E1-B98A-A9A7-ED85C8FC0865}"/>
              </a:ext>
            </a:extLst>
          </p:cNvPr>
          <p:cNvSpPr txBox="1"/>
          <p:nvPr userDrawn="1"/>
        </p:nvSpPr>
        <p:spPr>
          <a:xfrm>
            <a:off x="915836" y="12566165"/>
            <a:ext cx="6200162" cy="2769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Neudesic, an IBM company © 2024</a:t>
            </a:r>
          </a:p>
        </p:txBody>
      </p:sp>
      <p:pic>
        <p:nvPicPr>
          <p:cNvPr id="11" name="Picture 7">
            <a:extLst>
              <a:ext uri="{FF2B5EF4-FFF2-40B4-BE49-F238E27FC236}">
                <a16:creationId xmlns:a16="http://schemas.microsoft.com/office/drawing/2014/main" id="{7597E4E3-CD8F-1AC6-9920-FEC5ED60D09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1355050" y="12497827"/>
            <a:ext cx="2116138" cy="520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994617"/>
      </p:ext>
    </p:extLst>
  </p:cSld>
  <p:clrMapOvr>
    <a:masterClrMapping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Header with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e and black background&#10;&#10;Description automatically generated">
            <a:extLst>
              <a:ext uri="{FF2B5EF4-FFF2-40B4-BE49-F238E27FC236}">
                <a16:creationId xmlns:a16="http://schemas.microsoft.com/office/drawing/2014/main" id="{48E9533C-C4A4-FF70-7BBA-0BA79EFA109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9841832"/>
            <a:ext cx="24387175" cy="386290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4747B68-D47A-159F-62D4-D496FD6FA2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4340508" cy="48985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1821DD9-4A34-44F4-57BF-6553F4A5510C}"/>
              </a:ext>
            </a:extLst>
          </p:cNvPr>
          <p:cNvSpPr txBox="1"/>
          <p:nvPr userDrawn="1"/>
        </p:nvSpPr>
        <p:spPr>
          <a:xfrm>
            <a:off x="915836" y="12566165"/>
            <a:ext cx="6200162" cy="2769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Neudesic, an IBM company © 2024</a:t>
            </a:r>
          </a:p>
        </p:txBody>
      </p:sp>
      <p:pic>
        <p:nvPicPr>
          <p:cNvPr id="11" name="Picture 7">
            <a:extLst>
              <a:ext uri="{FF2B5EF4-FFF2-40B4-BE49-F238E27FC236}">
                <a16:creationId xmlns:a16="http://schemas.microsoft.com/office/drawing/2014/main" id="{19C8514B-19DA-CA2A-D56A-BBD04ED2529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1355050" y="12497827"/>
            <a:ext cx="2116138" cy="520362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DC3F91-F649-1786-96C6-5C3E6E466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6769" y="914400"/>
            <a:ext cx="22534418" cy="1006429"/>
          </a:xfrm>
          <a:prstGeom prst="rect">
            <a:avLst/>
          </a:prstGeom>
        </p:spPr>
        <p:txBody>
          <a:bodyPr vert="horz" wrap="square" lIns="0" tIns="0" rIns="0" bIns="91440" rtlCol="0" anchor="t">
            <a:spAutoFit/>
          </a:bodyPr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Header goes here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6503CFA-00D9-E1B0-7189-C4C52DBD31EB}"/>
              </a:ext>
            </a:extLst>
          </p:cNvPr>
          <p:cNvSpPr/>
          <p:nvPr userDrawn="1"/>
        </p:nvSpPr>
        <p:spPr>
          <a:xfrm>
            <a:off x="936624" y="3402012"/>
            <a:ext cx="22534563" cy="8302584"/>
          </a:xfrm>
          <a:prstGeom prst="roundRect">
            <a:avLst>
              <a:gd name="adj" fmla="val 1856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32B21DBE-90EE-2507-E2A7-00F8E8373988}"/>
              </a:ext>
            </a:extLst>
          </p:cNvPr>
          <p:cNvSpPr>
            <a:spLocks noGrp="1"/>
          </p:cNvSpPr>
          <p:nvPr>
            <p:ph type="tbl" sz="quarter" idx="15" hasCustomPrompt="1"/>
          </p:nvPr>
        </p:nvSpPr>
        <p:spPr>
          <a:xfrm>
            <a:off x="1749424" y="4898571"/>
            <a:ext cx="20908963" cy="5980046"/>
          </a:xfr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+mn-lt"/>
              </a:defRPr>
            </a:lvl1pPr>
          </a:lstStyle>
          <a:p>
            <a:r>
              <a:rPr lang="en-US" err="1"/>
              <a:t>Inser</a:t>
            </a:r>
            <a:r>
              <a:rPr lang="en-US"/>
              <a:t> table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CD9176B-14D4-DC69-1D67-21C830F6271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72575" y="3857625"/>
            <a:ext cx="6143625" cy="506101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tx1"/>
                </a:solidFill>
                <a:latin typeface="+mn-lt"/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chemeClr val="tx1"/>
                </a:solidFill>
              </a:defRPr>
            </a:lvl3pPr>
            <a:lvl4pPr marL="2743200" indent="0">
              <a:buNone/>
              <a:defRPr>
                <a:solidFill>
                  <a:schemeClr val="tx1"/>
                </a:solidFill>
              </a:defRPr>
            </a:lvl4pPr>
            <a:lvl5pPr marL="36576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Table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22AE331-83F9-2857-B038-A2F8D97D3B9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36770" y="1882839"/>
            <a:ext cx="22534416" cy="795282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None/>
              <a:defRPr lang="en-US" sz="4400" b="0" i="0" dirty="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Open Sans" pitchFamily="2" charset="0"/>
              </a:defRPr>
            </a:lvl1pPr>
          </a:lstStyle>
          <a:p>
            <a:pPr marL="457200" lvl="0" indent="-457200">
              <a:spcBef>
                <a:spcPts val="0"/>
              </a:spcBef>
            </a:pPr>
            <a:r>
              <a:rPr lang="en-US"/>
              <a:t>Subheader goes here</a:t>
            </a:r>
          </a:p>
        </p:txBody>
      </p:sp>
    </p:spTree>
    <p:extLst>
      <p:ext uri="{BB962C8B-B14F-4D97-AF65-F5344CB8AC3E}">
        <p14:creationId xmlns:p14="http://schemas.microsoft.com/office/powerpoint/2010/main" val="813085736"/>
      </p:ext>
    </p:extLst>
  </p:cSld>
  <p:clrMapOvr>
    <a:masterClrMapping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Header with 3 column stat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D820405-1509-3125-1C5B-095432C7149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4385584" cy="13716891"/>
          </a:xfrm>
          <a:prstGeom prst="rect">
            <a:avLst/>
          </a:prstGeom>
        </p:spPr>
      </p:pic>
      <p:pic>
        <p:nvPicPr>
          <p:cNvPr id="27" name="Picture 26" descr="A blue and black background&#10;&#10;Description automatically generated">
            <a:extLst>
              <a:ext uri="{FF2B5EF4-FFF2-40B4-BE49-F238E27FC236}">
                <a16:creationId xmlns:a16="http://schemas.microsoft.com/office/drawing/2014/main" id="{45B486F8-1FFB-F77F-1584-8CD52B910A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9841832"/>
            <a:ext cx="24387175" cy="386290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A321145-8A6C-BCAD-4AB5-04F3095E348F}"/>
              </a:ext>
            </a:extLst>
          </p:cNvPr>
          <p:cNvSpPr txBox="1"/>
          <p:nvPr userDrawn="1"/>
        </p:nvSpPr>
        <p:spPr>
          <a:xfrm>
            <a:off x="915836" y="12566165"/>
            <a:ext cx="6200162" cy="2769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Neudesic, an IBM company © 2024</a:t>
            </a:r>
          </a:p>
        </p:txBody>
      </p:sp>
      <p:pic>
        <p:nvPicPr>
          <p:cNvPr id="11" name="Picture 7">
            <a:extLst>
              <a:ext uri="{FF2B5EF4-FFF2-40B4-BE49-F238E27FC236}">
                <a16:creationId xmlns:a16="http://schemas.microsoft.com/office/drawing/2014/main" id="{29507038-FFA2-ECFC-1E05-B5CBDF72D8A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1355050" y="12497827"/>
            <a:ext cx="2116138" cy="520362"/>
          </a:xfrm>
          <a:prstGeom prst="rect">
            <a:avLst/>
          </a:prstGeom>
        </p:spPr>
      </p:pic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3450AA87-9A9F-BC53-2C3F-7B8D6D22541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873954" y="5359513"/>
            <a:ext cx="3099973" cy="1583510"/>
          </a:xfrm>
        </p:spPr>
        <p:txBody>
          <a:bodyPr vert="horz" wrap="square" lIns="0" tIns="0" rIns="0" bIns="0" rtlCol="0">
            <a:spAutoFit/>
          </a:bodyPr>
          <a:lstStyle>
            <a:lvl1pPr marL="0" indent="0" algn="ctr">
              <a:buNone/>
              <a:defRPr lang="en-US" sz="8400" b="0" i="0" dirty="0">
                <a:solidFill>
                  <a:schemeClr val="accent1"/>
                </a:solidFill>
                <a:latin typeface="Poppins SemiBold" pitchFamily="2" charset="77"/>
                <a:ea typeface="Arial" panose="02000503000000020004" pitchFamily="2" charset="0"/>
                <a:cs typeface="Poppins SemiBold" pitchFamily="2" charset="77"/>
              </a:defRPr>
            </a:lvl1pPr>
          </a:lstStyle>
          <a:p>
            <a:pPr marL="457200" lvl="0" indent="-457200">
              <a:spcBef>
                <a:spcPts val="0"/>
              </a:spcBef>
            </a:pPr>
            <a:r>
              <a:rPr lang="en-US"/>
              <a:t>00%</a:t>
            </a:r>
          </a:p>
        </p:txBody>
      </p:sp>
      <p:sp>
        <p:nvSpPr>
          <p:cNvPr id="28" name="Title Placeholder 1">
            <a:extLst>
              <a:ext uri="{FF2B5EF4-FFF2-40B4-BE49-F238E27FC236}">
                <a16:creationId xmlns:a16="http://schemas.microsoft.com/office/drawing/2014/main" id="{E2FCF511-D0F1-3AB0-9CE0-DE518443FD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6768" y="914400"/>
            <a:ext cx="22534411" cy="1006429"/>
          </a:xfrm>
          <a:prstGeom prst="rect">
            <a:avLst/>
          </a:prstGeom>
        </p:spPr>
        <p:txBody>
          <a:bodyPr vert="horz" wrap="square" lIns="0" tIns="0" rIns="0" bIns="91440" rtlCol="0" anchor="t">
            <a:spAutoFit/>
          </a:bodyPr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Header goes here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65B40417-94C3-DF4F-B109-8677A210DFE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7156935" y="5359513"/>
            <a:ext cx="3099973" cy="1583510"/>
          </a:xfrm>
        </p:spPr>
        <p:txBody>
          <a:bodyPr vert="horz" wrap="square" lIns="0" tIns="0" rIns="0" bIns="0" rtlCol="0">
            <a:spAutoFit/>
          </a:bodyPr>
          <a:lstStyle>
            <a:lvl1pPr marL="0" indent="0" algn="ctr">
              <a:buNone/>
              <a:defRPr lang="en-US" sz="8400" b="0" i="0" dirty="0">
                <a:solidFill>
                  <a:schemeClr val="accent1"/>
                </a:solidFill>
                <a:latin typeface="Poppins SemiBold" pitchFamily="2" charset="77"/>
                <a:ea typeface="Arial" panose="02000503000000020004" pitchFamily="2" charset="0"/>
                <a:cs typeface="Poppins SemiBold" pitchFamily="2" charset="77"/>
              </a:defRPr>
            </a:lvl1pPr>
          </a:lstStyle>
          <a:p>
            <a:pPr marL="457200" lvl="0" indent="-457200">
              <a:spcBef>
                <a:spcPts val="0"/>
              </a:spcBef>
            </a:pPr>
            <a:r>
              <a:rPr lang="en-US"/>
              <a:t>00%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8C17979-9CA2-7F48-E3B8-9C03BD6961A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531131" y="5359513"/>
            <a:ext cx="3099973" cy="1583510"/>
          </a:xfrm>
        </p:spPr>
        <p:txBody>
          <a:bodyPr vert="horz" wrap="square" lIns="0" tIns="0" rIns="0" bIns="0" rtlCol="0">
            <a:spAutoFit/>
          </a:bodyPr>
          <a:lstStyle>
            <a:lvl1pPr marL="0" indent="0" algn="ctr">
              <a:buNone/>
              <a:defRPr lang="en-US" sz="8400" b="0" i="0" dirty="0">
                <a:solidFill>
                  <a:schemeClr val="accent1"/>
                </a:solidFill>
                <a:latin typeface="Poppins SemiBold" pitchFamily="2" charset="77"/>
                <a:ea typeface="Arial" panose="02000503000000020004" pitchFamily="2" charset="0"/>
                <a:cs typeface="Poppins SemiBold" pitchFamily="2" charset="77"/>
              </a:defRPr>
            </a:lvl1pPr>
          </a:lstStyle>
          <a:p>
            <a:pPr marL="457200" lvl="0" indent="-457200">
              <a:spcBef>
                <a:spcPts val="0"/>
              </a:spcBef>
            </a:pPr>
            <a:r>
              <a:rPr lang="en-US"/>
              <a:t>00%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E1D40A83-CE11-8744-8EC3-D14B969852E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517052" y="10660965"/>
            <a:ext cx="6040970" cy="361446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None/>
              <a:defRPr lang="en-US" sz="2000" b="0" i="0" dirty="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Open Sans" pitchFamily="2" charset="0"/>
              </a:defRPr>
            </a:lvl1pPr>
          </a:lstStyle>
          <a:p>
            <a:pPr marL="457200" lvl="0" indent="-457200">
              <a:spcBef>
                <a:spcPts val="0"/>
              </a:spcBef>
            </a:pPr>
            <a:r>
              <a:rPr lang="en-US"/>
              <a:t>Source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4DE55D4A-FA90-4C34-3EA7-E1211AF31C8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6857728" y="10660965"/>
            <a:ext cx="6040970" cy="361446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None/>
              <a:defRPr lang="en-US" sz="2000" b="0" i="0" dirty="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Open Sans" pitchFamily="2" charset="0"/>
              </a:defRPr>
            </a:lvl1pPr>
          </a:lstStyle>
          <a:p>
            <a:pPr marL="457200" lvl="0" indent="-457200">
              <a:spcBef>
                <a:spcPts val="0"/>
              </a:spcBef>
            </a:pPr>
            <a:r>
              <a:rPr lang="en-US"/>
              <a:t>Source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51CAE75D-467C-F7E1-D1E4-BCCE3AD47AC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204708" y="10660965"/>
            <a:ext cx="6040970" cy="361446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None/>
              <a:defRPr lang="en-US" sz="2000" b="0" i="0" dirty="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Open Sans" pitchFamily="2" charset="0"/>
              </a:defRPr>
            </a:lvl1pPr>
          </a:lstStyle>
          <a:p>
            <a:pPr marL="457200" lvl="0" indent="-457200">
              <a:spcBef>
                <a:spcPts val="0"/>
              </a:spcBef>
            </a:pPr>
            <a:r>
              <a:rPr lang="en-US"/>
              <a:t>Source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F56CF54-B2A9-A68E-EF38-550E7E5ABAAA}"/>
              </a:ext>
            </a:extLst>
          </p:cNvPr>
          <p:cNvCxnSpPr/>
          <p:nvPr userDrawn="1"/>
        </p:nvCxnSpPr>
        <p:spPr>
          <a:xfrm>
            <a:off x="8372475" y="4218741"/>
            <a:ext cx="0" cy="68661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959760D-109C-55C9-F960-301B1242865B}"/>
              </a:ext>
            </a:extLst>
          </p:cNvPr>
          <p:cNvCxnSpPr/>
          <p:nvPr userDrawn="1"/>
        </p:nvCxnSpPr>
        <p:spPr>
          <a:xfrm>
            <a:off x="16002000" y="4218741"/>
            <a:ext cx="0" cy="68661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F506B15D-BF68-9F2D-E477-E5BCC84DA97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36769" y="1882839"/>
            <a:ext cx="22534409" cy="795282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None/>
              <a:defRPr lang="en-US" sz="4400" b="0" i="0" dirty="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Open Sans" pitchFamily="2" charset="0"/>
              </a:defRPr>
            </a:lvl1pPr>
          </a:lstStyle>
          <a:p>
            <a:pPr marL="457200" lvl="0" indent="-457200">
              <a:spcBef>
                <a:spcPts val="0"/>
              </a:spcBef>
            </a:pPr>
            <a:r>
              <a:rPr lang="en-US"/>
              <a:t>Subheader goes here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CED412E6-5C13-E15B-90CB-4C52486AC2D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16856137" y="8415750"/>
            <a:ext cx="6061752" cy="573555"/>
          </a:xfrm>
        </p:spPr>
        <p:txBody>
          <a:bodyPr/>
          <a:lstStyle>
            <a:lvl1pPr marL="0" indent="0">
              <a:buClr>
                <a:schemeClr val="accent5"/>
              </a:buClr>
              <a:buSzPct val="80000"/>
              <a:buNone/>
              <a:defRPr sz="3200" b="0" i="0">
                <a:solidFill>
                  <a:schemeClr val="bg2"/>
                </a:solidFill>
                <a:latin typeface="+mn-lt"/>
              </a:defRPr>
            </a:lvl1pPr>
            <a:lvl2pPr marL="914400" indent="0">
              <a:buClr>
                <a:schemeClr val="accent5"/>
              </a:buClr>
              <a:buSzPct val="80000"/>
              <a:buNone/>
              <a:defRPr b="1">
                <a:solidFill>
                  <a:schemeClr val="bg2"/>
                </a:solidFill>
              </a:defRPr>
            </a:lvl2pPr>
            <a:lvl3pPr marL="1828800" indent="0">
              <a:buClr>
                <a:schemeClr val="accent5"/>
              </a:buClr>
              <a:buSzPct val="80000"/>
              <a:buNone/>
              <a:defRPr b="1">
                <a:solidFill>
                  <a:schemeClr val="bg2"/>
                </a:solidFill>
              </a:defRPr>
            </a:lvl3pPr>
            <a:lvl4pPr marL="2743200" indent="0">
              <a:buClr>
                <a:schemeClr val="accent5"/>
              </a:buClr>
              <a:buSzPct val="80000"/>
              <a:buNone/>
              <a:defRPr b="1">
                <a:solidFill>
                  <a:schemeClr val="bg2"/>
                </a:solidFill>
              </a:defRPr>
            </a:lvl4pPr>
            <a:lvl5pPr marL="3657600" indent="0">
              <a:buClr>
                <a:schemeClr val="accent5"/>
              </a:buClr>
              <a:buSzPct val="8000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31029600-1C0E-F101-4D2A-46CC1A2A851D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9204708" y="8415750"/>
            <a:ext cx="6061752" cy="573555"/>
          </a:xfrm>
        </p:spPr>
        <p:txBody>
          <a:bodyPr/>
          <a:lstStyle>
            <a:lvl1pPr marL="0" indent="0">
              <a:buClr>
                <a:schemeClr val="accent5"/>
              </a:buClr>
              <a:buSzPct val="80000"/>
              <a:buNone/>
              <a:defRPr sz="3200" b="0" i="0">
                <a:solidFill>
                  <a:schemeClr val="bg2"/>
                </a:solidFill>
                <a:latin typeface="+mn-lt"/>
              </a:defRPr>
            </a:lvl1pPr>
            <a:lvl2pPr marL="914400" indent="0">
              <a:buClr>
                <a:schemeClr val="accent5"/>
              </a:buClr>
              <a:buSzPct val="80000"/>
              <a:buNone/>
              <a:defRPr b="1">
                <a:solidFill>
                  <a:schemeClr val="bg2"/>
                </a:solidFill>
              </a:defRPr>
            </a:lvl2pPr>
            <a:lvl3pPr marL="1828800" indent="0">
              <a:buClr>
                <a:schemeClr val="accent5"/>
              </a:buClr>
              <a:buSzPct val="80000"/>
              <a:buNone/>
              <a:defRPr b="1">
                <a:solidFill>
                  <a:schemeClr val="bg2"/>
                </a:solidFill>
              </a:defRPr>
            </a:lvl3pPr>
            <a:lvl4pPr marL="2743200" indent="0">
              <a:buClr>
                <a:schemeClr val="accent5"/>
              </a:buClr>
              <a:buSzPct val="80000"/>
              <a:buNone/>
              <a:defRPr b="1">
                <a:solidFill>
                  <a:schemeClr val="bg2"/>
                </a:solidFill>
              </a:defRPr>
            </a:lvl4pPr>
            <a:lvl5pPr marL="3657600" indent="0">
              <a:buClr>
                <a:schemeClr val="accent5"/>
              </a:buClr>
              <a:buSzPct val="8000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478DA104-B60D-62F6-6A12-0D95D57762B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517052" y="8415750"/>
            <a:ext cx="6061752" cy="573555"/>
          </a:xfrm>
        </p:spPr>
        <p:txBody>
          <a:bodyPr/>
          <a:lstStyle>
            <a:lvl1pPr marL="0" indent="0">
              <a:buClr>
                <a:schemeClr val="accent5"/>
              </a:buClr>
              <a:buSzPct val="80000"/>
              <a:buNone/>
              <a:defRPr sz="3200" b="0" i="0">
                <a:solidFill>
                  <a:schemeClr val="bg2"/>
                </a:solidFill>
                <a:latin typeface="+mn-lt"/>
              </a:defRPr>
            </a:lvl1pPr>
            <a:lvl2pPr marL="914400" indent="0">
              <a:buClr>
                <a:schemeClr val="accent5"/>
              </a:buClr>
              <a:buSzPct val="80000"/>
              <a:buNone/>
              <a:defRPr b="1">
                <a:solidFill>
                  <a:schemeClr val="bg2"/>
                </a:solidFill>
              </a:defRPr>
            </a:lvl2pPr>
            <a:lvl3pPr marL="1828800" indent="0">
              <a:buClr>
                <a:schemeClr val="accent5"/>
              </a:buClr>
              <a:buSzPct val="80000"/>
              <a:buNone/>
              <a:defRPr b="1">
                <a:solidFill>
                  <a:schemeClr val="bg2"/>
                </a:solidFill>
              </a:defRPr>
            </a:lvl3pPr>
            <a:lvl4pPr marL="2743200" indent="0">
              <a:buClr>
                <a:schemeClr val="accent5"/>
              </a:buClr>
              <a:buSzPct val="80000"/>
              <a:buNone/>
              <a:defRPr b="1">
                <a:solidFill>
                  <a:schemeClr val="bg2"/>
                </a:solidFill>
              </a:defRPr>
            </a:lvl4pPr>
            <a:lvl5pPr marL="3657600" indent="0">
              <a:buClr>
                <a:schemeClr val="accent5"/>
              </a:buClr>
              <a:buSzPct val="8000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89600374"/>
      </p:ext>
    </p:extLst>
  </p:cSld>
  <p:clrMapOvr>
    <a:masterClrMapping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Header with large sta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D820405-1509-3125-1C5B-095432C7149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4385584" cy="13716891"/>
          </a:xfrm>
          <a:prstGeom prst="rect">
            <a:avLst/>
          </a:prstGeom>
        </p:spPr>
      </p:pic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70FEF084-9100-8010-2417-5A873E140E3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823814" y="5467851"/>
            <a:ext cx="12558091" cy="573555"/>
          </a:xfrm>
        </p:spPr>
        <p:txBody>
          <a:bodyPr/>
          <a:lstStyle>
            <a:lvl1pPr marL="0" indent="0">
              <a:buClr>
                <a:schemeClr val="accent5"/>
              </a:buClr>
              <a:buSzPct val="80000"/>
              <a:buNone/>
              <a:defRPr sz="3200" b="0" i="0">
                <a:solidFill>
                  <a:schemeClr val="bg2"/>
                </a:solidFill>
                <a:latin typeface="+mn-lt"/>
              </a:defRPr>
            </a:lvl1pPr>
            <a:lvl2pPr marL="914400" indent="0">
              <a:buClr>
                <a:schemeClr val="accent5"/>
              </a:buClr>
              <a:buSzPct val="80000"/>
              <a:buNone/>
              <a:defRPr b="1">
                <a:solidFill>
                  <a:schemeClr val="bg2"/>
                </a:solidFill>
              </a:defRPr>
            </a:lvl2pPr>
            <a:lvl3pPr marL="1828800" indent="0">
              <a:buClr>
                <a:schemeClr val="accent5"/>
              </a:buClr>
              <a:buSzPct val="80000"/>
              <a:buNone/>
              <a:defRPr b="1">
                <a:solidFill>
                  <a:schemeClr val="bg2"/>
                </a:solidFill>
              </a:defRPr>
            </a:lvl3pPr>
            <a:lvl4pPr marL="2743200" indent="0">
              <a:buClr>
                <a:schemeClr val="accent5"/>
              </a:buClr>
              <a:buSzPct val="80000"/>
              <a:buNone/>
              <a:defRPr b="1">
                <a:solidFill>
                  <a:schemeClr val="bg2"/>
                </a:solidFill>
              </a:defRPr>
            </a:lvl4pPr>
            <a:lvl5pPr marL="3657600" indent="0">
              <a:buClr>
                <a:schemeClr val="accent5"/>
              </a:buClr>
              <a:buSzPct val="8000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7" name="Picture 26" descr="A blue and black background&#10;&#10;Description automatically generated">
            <a:extLst>
              <a:ext uri="{FF2B5EF4-FFF2-40B4-BE49-F238E27FC236}">
                <a16:creationId xmlns:a16="http://schemas.microsoft.com/office/drawing/2014/main" id="{45B486F8-1FFB-F77F-1584-8CD52B910A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9841832"/>
            <a:ext cx="24387175" cy="386290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A321145-8A6C-BCAD-4AB5-04F3095E348F}"/>
              </a:ext>
            </a:extLst>
          </p:cNvPr>
          <p:cNvSpPr txBox="1"/>
          <p:nvPr userDrawn="1"/>
        </p:nvSpPr>
        <p:spPr>
          <a:xfrm>
            <a:off x="915836" y="12566165"/>
            <a:ext cx="6200162" cy="2769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Neudesic, an IBM company © 2024</a:t>
            </a:r>
          </a:p>
        </p:txBody>
      </p:sp>
      <p:pic>
        <p:nvPicPr>
          <p:cNvPr id="11" name="Picture 7">
            <a:extLst>
              <a:ext uri="{FF2B5EF4-FFF2-40B4-BE49-F238E27FC236}">
                <a16:creationId xmlns:a16="http://schemas.microsoft.com/office/drawing/2014/main" id="{29507038-FFA2-ECFC-1E05-B5CBDF72D8A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1355050" y="12497827"/>
            <a:ext cx="2116138" cy="520362"/>
          </a:xfrm>
          <a:prstGeom prst="rect">
            <a:avLst/>
          </a:prstGeom>
        </p:spPr>
      </p:pic>
      <p:sp>
        <p:nvSpPr>
          <p:cNvPr id="28" name="Title Placeholder 1">
            <a:extLst>
              <a:ext uri="{FF2B5EF4-FFF2-40B4-BE49-F238E27FC236}">
                <a16:creationId xmlns:a16="http://schemas.microsoft.com/office/drawing/2014/main" id="{E2FCF511-D0F1-3AB0-9CE0-DE518443FD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6769" y="914400"/>
            <a:ext cx="22534419" cy="1006429"/>
          </a:xfrm>
          <a:prstGeom prst="rect">
            <a:avLst/>
          </a:prstGeom>
        </p:spPr>
        <p:txBody>
          <a:bodyPr vert="horz" wrap="square" lIns="0" tIns="0" rIns="0" bIns="91440" rtlCol="0" anchor="t">
            <a:spAutoFit/>
          </a:bodyPr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Header goes here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FEE199B0-4527-941F-473F-F54A8AFF5AA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60477" y="5467851"/>
            <a:ext cx="4526846" cy="2639184"/>
          </a:xfrm>
        </p:spPr>
        <p:txBody>
          <a:bodyPr vert="horz" wrap="square" lIns="0" tIns="0" rIns="0" bIns="0" rtlCol="0" anchor="ctr">
            <a:spAutoFit/>
          </a:bodyPr>
          <a:lstStyle>
            <a:lvl1pPr marL="0" indent="0" algn="ctr">
              <a:buNone/>
              <a:defRPr lang="en-US" sz="14000" b="0" i="0" dirty="0">
                <a:solidFill>
                  <a:schemeClr val="accent1"/>
                </a:solidFill>
                <a:latin typeface="Poppins SemiBold" pitchFamily="2" charset="77"/>
                <a:ea typeface="Arial" panose="02000503000000020004" pitchFamily="2" charset="0"/>
                <a:cs typeface="Poppins SemiBold" pitchFamily="2" charset="77"/>
              </a:defRPr>
            </a:lvl1pPr>
          </a:lstStyle>
          <a:p>
            <a:pPr marL="457200" lvl="0" indent="-457200">
              <a:spcBef>
                <a:spcPts val="0"/>
              </a:spcBef>
            </a:pPr>
            <a:r>
              <a:rPr lang="en-US"/>
              <a:t>00%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5942B8D7-BB3C-2C37-D6C6-F79DE8147E7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825407" y="8450668"/>
            <a:ext cx="12558092" cy="361446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None/>
              <a:defRPr lang="en-US" sz="2000" b="0" i="0" dirty="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Open Sans" pitchFamily="2" charset="0"/>
              </a:defRPr>
            </a:lvl1pPr>
          </a:lstStyle>
          <a:p>
            <a:pPr marL="457200" lvl="0" indent="-457200">
              <a:spcBef>
                <a:spcPts val="0"/>
              </a:spcBef>
            </a:pPr>
            <a:r>
              <a:rPr lang="en-US"/>
              <a:t>Source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1178E0A-3FDD-E41E-096F-AFFA8D1E5C7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36770" y="1882839"/>
            <a:ext cx="22534417" cy="795282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None/>
              <a:defRPr lang="en-US" sz="4400" b="0" i="0" dirty="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Open Sans" pitchFamily="2" charset="0"/>
              </a:defRPr>
            </a:lvl1pPr>
          </a:lstStyle>
          <a:p>
            <a:pPr marL="457200" lvl="0" indent="-457200">
              <a:spcBef>
                <a:spcPts val="0"/>
              </a:spcBef>
            </a:pPr>
            <a:r>
              <a:rPr lang="en-US"/>
              <a:t>Subheader goes here</a:t>
            </a:r>
          </a:p>
        </p:txBody>
      </p:sp>
    </p:spTree>
    <p:extLst>
      <p:ext uri="{BB962C8B-B14F-4D97-AF65-F5344CB8AC3E}">
        <p14:creationId xmlns:p14="http://schemas.microsoft.com/office/powerpoint/2010/main" val="1307918779"/>
      </p:ext>
    </p:extLst>
  </p:cSld>
  <p:clrMapOvr>
    <a:masterClrMapping/>
  </p:clrMapOvr>
  <p:transition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Header with laptop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D820405-1509-3125-1C5B-095432C7149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4385584" cy="13716891"/>
          </a:xfrm>
          <a:prstGeom prst="rect">
            <a:avLst/>
          </a:prstGeom>
        </p:spPr>
      </p:pic>
      <p:pic>
        <p:nvPicPr>
          <p:cNvPr id="27" name="Picture 26" descr="A blue and black background&#10;&#10;Description automatically generated">
            <a:extLst>
              <a:ext uri="{FF2B5EF4-FFF2-40B4-BE49-F238E27FC236}">
                <a16:creationId xmlns:a16="http://schemas.microsoft.com/office/drawing/2014/main" id="{45B486F8-1FFB-F77F-1584-8CD52B910A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9841832"/>
            <a:ext cx="24387175" cy="3862901"/>
          </a:xfrm>
          <a:prstGeom prst="rect">
            <a:avLst/>
          </a:prstGeom>
        </p:spPr>
      </p:pic>
      <p:sp>
        <p:nvSpPr>
          <p:cNvPr id="16" name="Round Same Side Corner Rectangle 15">
            <a:extLst>
              <a:ext uri="{FF2B5EF4-FFF2-40B4-BE49-F238E27FC236}">
                <a16:creationId xmlns:a16="http://schemas.microsoft.com/office/drawing/2014/main" id="{324C2A56-7E08-24C1-1C1B-5A5C4065CDDE}"/>
              </a:ext>
            </a:extLst>
          </p:cNvPr>
          <p:cNvSpPr/>
          <p:nvPr userDrawn="1"/>
        </p:nvSpPr>
        <p:spPr>
          <a:xfrm rot="16200000">
            <a:off x="11874117" y="-441712"/>
            <a:ext cx="10150522" cy="14875597"/>
          </a:xfrm>
          <a:prstGeom prst="round2SameRect">
            <a:avLst>
              <a:gd name="adj1" fmla="val 2977"/>
              <a:gd name="adj2" fmla="val 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B41093-C7D0-6D9C-CFF9-C76825A4793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257693" y="2586466"/>
            <a:ext cx="13649912" cy="81540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BB3775B-6EA4-5CFD-DB44-D18A44E680E1}"/>
              </a:ext>
            </a:extLst>
          </p:cNvPr>
          <p:cNvSpPr txBox="1"/>
          <p:nvPr userDrawn="1"/>
        </p:nvSpPr>
        <p:spPr>
          <a:xfrm>
            <a:off x="915836" y="12566165"/>
            <a:ext cx="6200162" cy="2769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Neudesic, an IBM company © 2024</a:t>
            </a:r>
          </a:p>
        </p:txBody>
      </p:sp>
      <p:pic>
        <p:nvPicPr>
          <p:cNvPr id="6" name="Picture 7">
            <a:extLst>
              <a:ext uri="{FF2B5EF4-FFF2-40B4-BE49-F238E27FC236}">
                <a16:creationId xmlns:a16="http://schemas.microsoft.com/office/drawing/2014/main" id="{23282B5F-4FE6-292B-B37E-4ED4FA424E9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21355050" y="12497827"/>
            <a:ext cx="2116138" cy="520362"/>
          </a:xfrm>
          <a:prstGeom prst="rect">
            <a:avLst/>
          </a:prstGeom>
        </p:spPr>
      </p:pic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628675D-59E7-0885-9957-EFB8F6E0EC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6771" y="914400"/>
            <a:ext cx="7637148" cy="1006429"/>
          </a:xfrm>
          <a:prstGeom prst="rect">
            <a:avLst/>
          </a:prstGeom>
        </p:spPr>
        <p:txBody>
          <a:bodyPr vert="horz" wrap="square" lIns="0" tIns="0" rIns="0" bIns="91440" rtlCol="0" anchor="t">
            <a:spAutoFit/>
          </a:bodyPr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Header goes here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BFB4B56-F912-C9ED-B9BE-A8E7BD17D51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36771" y="1882839"/>
            <a:ext cx="7637197" cy="795282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None/>
              <a:defRPr lang="en-US" sz="4400" b="0" i="0" dirty="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Open Sans" pitchFamily="2" charset="0"/>
              </a:defRPr>
            </a:lvl1pPr>
          </a:lstStyle>
          <a:p>
            <a:pPr marL="457200" lvl="0" indent="-457200">
              <a:spcBef>
                <a:spcPts val="0"/>
              </a:spcBef>
            </a:pPr>
            <a:r>
              <a:rPr lang="en-US"/>
              <a:t>Subheader goes here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160A47AC-8C4F-70E7-E3B5-7B84B29FFF3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1727712" y="3282846"/>
            <a:ext cx="10487711" cy="6565692"/>
          </a:xfrm>
          <a:prstGeom prst="roundRect">
            <a:avLst>
              <a:gd name="adj" fmla="val 949"/>
            </a:avLst>
          </a:prstGeom>
        </p:spPr>
        <p:txBody>
          <a:bodyPr>
            <a:noAutofit/>
          </a:bodyPr>
          <a:lstStyle>
            <a:lvl1pPr>
              <a:defRPr b="0" i="0"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F59D3159-8606-EBB0-9874-4A6A49BE2E4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1384" y="3798691"/>
            <a:ext cx="7632389" cy="430887"/>
          </a:xfr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kumimoji="0" lang="en-US" sz="2800" b="0" i="0" u="none" strike="noStrike" cap="none" spc="150" normalizeH="0" baseline="0" smtClean="0">
                <a:ln>
                  <a:noFill/>
                </a:ln>
                <a:solidFill>
                  <a:srgbClr val="F54A05"/>
                </a:solidFill>
                <a:effectLst/>
                <a:uLnTx/>
                <a:uFillTx/>
                <a:latin typeface="+mn-lt"/>
                <a:ea typeface="Arial SemiBold" panose="02000503000000020004" pitchFamily="2" charset="0"/>
              </a:defRPr>
            </a:lvl1pPr>
            <a:lvl2pPr>
              <a:defRPr lang="en-US" sz="1800" smtClean="0">
                <a:solidFill>
                  <a:schemeClr val="tx1"/>
                </a:solidFill>
                <a:latin typeface="+mn-lt"/>
                <a:ea typeface="+mn-ea"/>
              </a:defRPr>
            </a:lvl2pPr>
            <a:lvl3pPr>
              <a:defRPr lang="en-US" sz="1800" smtClean="0">
                <a:solidFill>
                  <a:schemeClr val="tx1"/>
                </a:solidFill>
                <a:latin typeface="+mn-lt"/>
                <a:ea typeface="+mn-ea"/>
              </a:defRPr>
            </a:lvl3pPr>
            <a:lvl4pPr>
              <a:defRPr lang="en-US" sz="1800" smtClean="0">
                <a:solidFill>
                  <a:schemeClr val="tx1"/>
                </a:solidFill>
                <a:latin typeface="+mn-lt"/>
                <a:ea typeface="+mn-ea"/>
              </a:defRPr>
            </a:lvl4pPr>
            <a:lvl5pPr>
              <a:defRPr lang="en-US" sz="18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marR="0" lvl="0" indent="-457200" defTabSz="4572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PARAGRAPH HEADER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F47ED9B5-FE6A-21E8-D17C-65DA6BCC969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36626" y="4603311"/>
            <a:ext cx="7637148" cy="2951962"/>
          </a:xfrm>
        </p:spPr>
        <p:txBody>
          <a:bodyPr/>
          <a:lstStyle>
            <a:lvl1pPr>
              <a:buClr>
                <a:schemeClr val="accent5"/>
              </a:buClr>
              <a:buSzPct val="80000"/>
              <a:defRPr b="0" i="0">
                <a:solidFill>
                  <a:schemeClr val="bg1"/>
                </a:solidFill>
                <a:latin typeface="+mn-lt"/>
              </a:defRPr>
            </a:lvl1pPr>
            <a:lvl2pPr>
              <a:buClr>
                <a:schemeClr val="accent5"/>
              </a:buClr>
              <a:buSzPct val="80000"/>
              <a:defRPr b="0" i="0">
                <a:solidFill>
                  <a:schemeClr val="bg1"/>
                </a:solidFill>
                <a:latin typeface="+mn-lt"/>
              </a:defRPr>
            </a:lvl2pPr>
            <a:lvl3pPr>
              <a:buClr>
                <a:schemeClr val="accent5"/>
              </a:buClr>
              <a:buSzPct val="80000"/>
              <a:defRPr b="0" i="0">
                <a:solidFill>
                  <a:schemeClr val="bg1"/>
                </a:solidFill>
                <a:latin typeface="+mn-lt"/>
              </a:defRPr>
            </a:lvl3pPr>
            <a:lvl4pPr>
              <a:buClr>
                <a:schemeClr val="accent5"/>
              </a:buClr>
              <a:buSzPct val="80000"/>
              <a:defRPr b="0" i="0">
                <a:solidFill>
                  <a:schemeClr val="bg1"/>
                </a:solidFill>
                <a:latin typeface="+mn-lt"/>
              </a:defRPr>
            </a:lvl4pPr>
            <a:lvl5pPr>
              <a:buClr>
                <a:schemeClr val="accent5"/>
              </a:buClr>
              <a:buSzPct val="80000"/>
              <a:defRPr b="0" i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70247793"/>
      </p:ext>
    </p:extLst>
  </p:cSld>
  <p:clrMapOvr>
    <a:masterClrMapping/>
  </p:clrMapOvr>
  <p:transition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Header with phon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D820405-1509-3125-1C5B-095432C7149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4385584" cy="13716891"/>
          </a:xfrm>
          <a:prstGeom prst="rect">
            <a:avLst/>
          </a:prstGeom>
        </p:spPr>
      </p:pic>
      <p:pic>
        <p:nvPicPr>
          <p:cNvPr id="27" name="Picture 26" descr="A blue and black background&#10;&#10;Description automatically generated">
            <a:extLst>
              <a:ext uri="{FF2B5EF4-FFF2-40B4-BE49-F238E27FC236}">
                <a16:creationId xmlns:a16="http://schemas.microsoft.com/office/drawing/2014/main" id="{45B486F8-1FFB-F77F-1584-8CD52B910A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9841832"/>
            <a:ext cx="24387175" cy="3862901"/>
          </a:xfrm>
          <a:prstGeom prst="rect">
            <a:avLst/>
          </a:prstGeom>
        </p:spPr>
      </p:pic>
      <p:sp>
        <p:nvSpPr>
          <p:cNvPr id="16" name="Round Same Side Corner Rectangle 15">
            <a:extLst>
              <a:ext uri="{FF2B5EF4-FFF2-40B4-BE49-F238E27FC236}">
                <a16:creationId xmlns:a16="http://schemas.microsoft.com/office/drawing/2014/main" id="{324C2A56-7E08-24C1-1C1B-5A5C4065CDDE}"/>
              </a:ext>
            </a:extLst>
          </p:cNvPr>
          <p:cNvSpPr/>
          <p:nvPr userDrawn="1"/>
        </p:nvSpPr>
        <p:spPr>
          <a:xfrm rot="16200000">
            <a:off x="15230994" y="2915162"/>
            <a:ext cx="10150522" cy="8161846"/>
          </a:xfrm>
          <a:prstGeom prst="round2SameRect">
            <a:avLst>
              <a:gd name="adj1" fmla="val 2977"/>
              <a:gd name="adj2" fmla="val 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B3775B-6EA4-5CFD-DB44-D18A44E680E1}"/>
              </a:ext>
            </a:extLst>
          </p:cNvPr>
          <p:cNvSpPr txBox="1"/>
          <p:nvPr userDrawn="1"/>
        </p:nvSpPr>
        <p:spPr>
          <a:xfrm>
            <a:off x="915836" y="12566165"/>
            <a:ext cx="6200162" cy="2769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Neudesic, an IBM company © 2024</a:t>
            </a:r>
          </a:p>
        </p:txBody>
      </p:sp>
      <p:pic>
        <p:nvPicPr>
          <p:cNvPr id="6" name="Picture 7">
            <a:extLst>
              <a:ext uri="{FF2B5EF4-FFF2-40B4-BE49-F238E27FC236}">
                <a16:creationId xmlns:a16="http://schemas.microsoft.com/office/drawing/2014/main" id="{23282B5F-4FE6-292B-B37E-4ED4FA424E9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1355050" y="12497827"/>
            <a:ext cx="2116138" cy="520362"/>
          </a:xfrm>
          <a:prstGeom prst="rect">
            <a:avLst/>
          </a:prstGeom>
        </p:spPr>
      </p:pic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1A6FCBA7-F242-2DE6-2DE1-E84E8A707E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6771" y="914400"/>
            <a:ext cx="14335879" cy="1006429"/>
          </a:xfrm>
          <a:prstGeom prst="rect">
            <a:avLst/>
          </a:prstGeom>
        </p:spPr>
        <p:txBody>
          <a:bodyPr vert="horz" wrap="square" lIns="0" tIns="0" rIns="0" bIns="91440" rtlCol="0" anchor="t">
            <a:spAutoFit/>
          </a:bodyPr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Header goes here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522415DC-0B5F-5CAA-69D2-064F4EB21D8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36772" y="1882839"/>
            <a:ext cx="14335972" cy="795282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4400" b="0" i="0" dirty="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Open Sans" pitchFamily="2" charset="0"/>
              </a:defRPr>
            </a:lvl1pPr>
          </a:lstStyle>
          <a:p>
            <a:pPr marL="457200" lvl="0" indent="-457200">
              <a:spcBef>
                <a:spcPts val="0"/>
              </a:spcBef>
            </a:pPr>
            <a:r>
              <a:rPr lang="en-US"/>
              <a:t>Subheader goes here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D93A4FE1-235C-2747-6131-860B2C46D28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1384" y="3798691"/>
            <a:ext cx="14331119" cy="430887"/>
          </a:xfr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kumimoji="0" lang="en-US" sz="2800" b="0" i="0" u="none" strike="noStrike" cap="none" spc="150" normalizeH="0" baseline="0" smtClean="0">
                <a:ln>
                  <a:noFill/>
                </a:ln>
                <a:solidFill>
                  <a:srgbClr val="F54A05"/>
                </a:solidFill>
                <a:effectLst/>
                <a:uLnTx/>
                <a:uFillTx/>
                <a:latin typeface="+mn-lt"/>
                <a:ea typeface="Arial SemiBold" panose="02000503000000020004" pitchFamily="2" charset="0"/>
              </a:defRPr>
            </a:lvl1pPr>
            <a:lvl2pPr>
              <a:defRPr lang="en-US" sz="1800" smtClean="0">
                <a:solidFill>
                  <a:schemeClr val="tx1"/>
                </a:solidFill>
                <a:latin typeface="+mn-lt"/>
                <a:ea typeface="+mn-ea"/>
              </a:defRPr>
            </a:lvl2pPr>
            <a:lvl3pPr>
              <a:defRPr lang="en-US" sz="1800" smtClean="0">
                <a:solidFill>
                  <a:schemeClr val="tx1"/>
                </a:solidFill>
                <a:latin typeface="+mn-lt"/>
                <a:ea typeface="+mn-ea"/>
              </a:defRPr>
            </a:lvl3pPr>
            <a:lvl4pPr>
              <a:defRPr lang="en-US" sz="1800" smtClean="0">
                <a:solidFill>
                  <a:schemeClr val="tx1"/>
                </a:solidFill>
                <a:latin typeface="+mn-lt"/>
                <a:ea typeface="+mn-ea"/>
              </a:defRPr>
            </a:lvl4pPr>
            <a:lvl5pPr>
              <a:defRPr lang="en-US" sz="18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marR="0" lvl="0" indent="-457200" defTabSz="4572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PARAGRAPH HEADER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A921DA1B-7EAF-2BED-8B84-C7556BC4D3C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36625" y="4603312"/>
            <a:ext cx="14335879" cy="2951962"/>
          </a:xfrm>
        </p:spPr>
        <p:txBody>
          <a:bodyPr/>
          <a:lstStyle>
            <a:lvl1pPr>
              <a:buClr>
                <a:schemeClr val="accent5"/>
              </a:buClr>
              <a:buSzPct val="80000"/>
              <a:defRPr b="0" i="0">
                <a:solidFill>
                  <a:schemeClr val="bg1"/>
                </a:solidFill>
                <a:latin typeface="+mn-lt"/>
              </a:defRPr>
            </a:lvl1pPr>
            <a:lvl2pPr>
              <a:buClr>
                <a:schemeClr val="accent5"/>
              </a:buClr>
              <a:buSzPct val="80000"/>
              <a:defRPr b="0" i="0">
                <a:solidFill>
                  <a:schemeClr val="bg1"/>
                </a:solidFill>
                <a:latin typeface="+mn-lt"/>
              </a:defRPr>
            </a:lvl2pPr>
            <a:lvl3pPr>
              <a:buClr>
                <a:schemeClr val="accent5"/>
              </a:buClr>
              <a:buSzPct val="80000"/>
              <a:defRPr b="0" i="0">
                <a:solidFill>
                  <a:schemeClr val="bg1"/>
                </a:solidFill>
                <a:latin typeface="+mn-lt"/>
              </a:defRPr>
            </a:lvl3pPr>
            <a:lvl4pPr>
              <a:buClr>
                <a:schemeClr val="accent5"/>
              </a:buClr>
              <a:buSzPct val="80000"/>
              <a:defRPr b="0" i="0">
                <a:solidFill>
                  <a:schemeClr val="bg1"/>
                </a:solidFill>
                <a:latin typeface="+mn-lt"/>
              </a:defRPr>
            </a:lvl4pPr>
            <a:lvl5pPr>
              <a:buClr>
                <a:schemeClr val="accent5"/>
              </a:buClr>
              <a:buSzPct val="80000"/>
              <a:defRPr b="0" i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CEB4CC9-7A6E-0FC7-6CC1-42E7A37928A2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992848" y="2194487"/>
            <a:ext cx="4767839" cy="9517901"/>
          </a:xfrm>
          <a:prstGeom prst="rect">
            <a:avLst/>
          </a:prstGeom>
        </p:spPr>
      </p:pic>
      <p:sp>
        <p:nvSpPr>
          <p:cNvPr id="22" name="Picture Placeholder 14">
            <a:extLst>
              <a:ext uri="{FF2B5EF4-FFF2-40B4-BE49-F238E27FC236}">
                <a16:creationId xmlns:a16="http://schemas.microsoft.com/office/drawing/2014/main" id="{0DCAF428-9A9D-FF20-1D54-DE89D71997B0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8348960" y="2727960"/>
            <a:ext cx="3955454" cy="8499483"/>
          </a:xfrm>
          <a:prstGeom prst="roundRect">
            <a:avLst>
              <a:gd name="adj" fmla="val 9891"/>
            </a:avLst>
          </a:prstGeom>
        </p:spPr>
        <p:txBody>
          <a:bodyPr>
            <a:noAutofit/>
          </a:bodyPr>
          <a:lstStyle>
            <a:lvl1pPr>
              <a:defRPr b="0" i="0"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558938085"/>
      </p:ext>
    </p:extLst>
  </p:cSld>
  <p:clrMapOvr>
    <a:masterClrMapping/>
  </p:clrMapOvr>
  <p:transition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 slide with top and bottom graphic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92A6E97-736E-C417-52A1-195DD661B60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4385584" cy="13716891"/>
          </a:xfrm>
          <a:prstGeom prst="rect">
            <a:avLst/>
          </a:prstGeom>
        </p:spPr>
      </p:pic>
      <p:pic>
        <p:nvPicPr>
          <p:cNvPr id="3" name="Picture 2" descr="A blue and black background&#10;&#10;Description automatically generated">
            <a:extLst>
              <a:ext uri="{FF2B5EF4-FFF2-40B4-BE49-F238E27FC236}">
                <a16:creationId xmlns:a16="http://schemas.microsoft.com/office/drawing/2014/main" id="{673B44B2-B574-386D-ABE7-274E12377E3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9841832"/>
            <a:ext cx="24387175" cy="386290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C700CC3-29E1-B98A-A9A7-ED85C8FC0865}"/>
              </a:ext>
            </a:extLst>
          </p:cNvPr>
          <p:cNvSpPr txBox="1"/>
          <p:nvPr userDrawn="1"/>
        </p:nvSpPr>
        <p:spPr>
          <a:xfrm>
            <a:off x="915836" y="12566165"/>
            <a:ext cx="6200162" cy="2769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Neudesic, an IBM company © 2024</a:t>
            </a:r>
          </a:p>
        </p:txBody>
      </p:sp>
      <p:pic>
        <p:nvPicPr>
          <p:cNvPr id="11" name="Picture 7">
            <a:extLst>
              <a:ext uri="{FF2B5EF4-FFF2-40B4-BE49-F238E27FC236}">
                <a16:creationId xmlns:a16="http://schemas.microsoft.com/office/drawing/2014/main" id="{7597E4E3-CD8F-1AC6-9920-FEC5ED60D09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1355050" y="12497827"/>
            <a:ext cx="2116138" cy="520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79069"/>
      </p:ext>
    </p:extLst>
  </p:cSld>
  <p:clrMapOvr>
    <a:masterClrMapping/>
  </p:clrMapOvr>
  <p:transition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nd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4747B68-D47A-159F-62D4-D496FD6FA2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24385587" cy="13716893"/>
          </a:xfrm>
          <a:prstGeom prst="rect">
            <a:avLst/>
          </a:prstGeom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A8D4BC32-6F74-531B-F8F2-BBE2EC22DE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06772" y="4713421"/>
            <a:ext cx="18773631" cy="1708160"/>
          </a:xfrm>
          <a:prstGeom prst="rect">
            <a:avLst/>
          </a:prstGeom>
        </p:spPr>
        <p:txBody>
          <a:bodyPr vert="horz" lIns="0" tIns="0" rIns="0" bIns="0" rtlCol="0" anchor="b">
            <a:spAutoFit/>
          </a:bodyPr>
          <a:lstStyle>
            <a:lvl1pPr algn="ctr">
              <a:defRPr sz="12000">
                <a:solidFill>
                  <a:schemeClr val="accent4"/>
                </a:solidFill>
              </a:defRPr>
            </a:lvl1pPr>
          </a:lstStyle>
          <a:p>
            <a:r>
              <a:rPr lang="en-US"/>
              <a:t>End title slide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EC4ADB2-D903-238B-C358-BE26253D307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9645278" y="761745"/>
            <a:ext cx="3870250" cy="951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47939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36769" y="914400"/>
            <a:ext cx="21715413" cy="82867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6769" y="2886075"/>
            <a:ext cx="22555199" cy="2954976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C155495-EFA4-1E2D-D828-314966479A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652182" y="914400"/>
            <a:ext cx="819006" cy="73025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2400">
                <a:solidFill>
                  <a:schemeClr val="bg1"/>
                </a:solidFill>
                <a:latin typeface="Poppins" panose="00000500000000000000" pitchFamily="2" charset="0"/>
              </a:defRPr>
            </a:lvl1pPr>
          </a:lstStyle>
          <a:p>
            <a:fld id="{094F5F39-71F2-5A48-B9DB-0848818AAB1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00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  <p:sldLayoutId id="2147483791" r:id="rId12"/>
    <p:sldLayoutId id="2147483792" r:id="rId13"/>
    <p:sldLayoutId id="2147483793" r:id="rId14"/>
    <p:sldLayoutId id="2147483794" r:id="rId15"/>
    <p:sldLayoutId id="2147483795" r:id="rId16"/>
    <p:sldLayoutId id="2147483796" r:id="rId17"/>
    <p:sldLayoutId id="2147483797" r:id="rId18"/>
    <p:sldLayoutId id="2147483798" r:id="rId19"/>
    <p:sldLayoutId id="2147483799" r:id="rId20"/>
    <p:sldLayoutId id="2147483800" r:id="rId21"/>
    <p:sldLayoutId id="2147483801" r:id="rId22"/>
    <p:sldLayoutId id="2147483802" r:id="rId23"/>
    <p:sldLayoutId id="2147483663" r:id="rId24"/>
    <p:sldLayoutId id="2147483751" r:id="rId25"/>
    <p:sldLayoutId id="2147483754" r:id="rId26"/>
    <p:sldLayoutId id="2147483744" r:id="rId27"/>
    <p:sldLayoutId id="2147483664" r:id="rId28"/>
    <p:sldLayoutId id="2147483741" r:id="rId29"/>
    <p:sldLayoutId id="2147483755" r:id="rId30"/>
    <p:sldLayoutId id="2147483776" r:id="rId31"/>
    <p:sldLayoutId id="2147483760" r:id="rId32"/>
    <p:sldLayoutId id="2147483739" r:id="rId33"/>
    <p:sldLayoutId id="2147483743" r:id="rId34"/>
    <p:sldLayoutId id="2147483765" r:id="rId35"/>
    <p:sldLayoutId id="2147483761" r:id="rId36"/>
    <p:sldLayoutId id="2147483757" r:id="rId37"/>
    <p:sldLayoutId id="2147483736" r:id="rId38"/>
    <p:sldLayoutId id="2147483722" r:id="rId39"/>
    <p:sldLayoutId id="2147483766" r:id="rId40"/>
    <p:sldLayoutId id="2147483767" r:id="rId41"/>
    <p:sldLayoutId id="2147483768" r:id="rId42"/>
    <p:sldLayoutId id="2147483771" r:id="rId43"/>
    <p:sldLayoutId id="2147483774" r:id="rId44"/>
    <p:sldLayoutId id="2147483753" r:id="rId45"/>
    <p:sldLayoutId id="2147483752" r:id="rId46"/>
  </p:sldLayoutIdLst>
  <p:transition>
    <p:fade/>
  </p:transition>
  <p:hf hdr="0" ft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6600" b="0" i="0" kern="1200" spc="-150">
          <a:solidFill>
            <a:schemeClr val="accent4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130000"/>
        </a:lnSpc>
        <a:spcBef>
          <a:spcPts val="2000"/>
        </a:spcBef>
        <a:buFont typeface="Arial" panose="020B0604020202020204" pitchFamily="34" charset="0"/>
        <a:buChar char="•"/>
        <a:defRPr lang="en-US" sz="2800" b="0" i="0" kern="1200" dirty="0">
          <a:solidFill>
            <a:schemeClr val="bg1"/>
          </a:solidFill>
          <a:latin typeface="+mn-lt"/>
          <a:ea typeface="Arial" panose="02000503000000020004" pitchFamily="2" charset="0"/>
          <a:cs typeface="+mn-cs"/>
        </a:defRPr>
      </a:lvl1pPr>
      <a:lvl2pPr marL="1371600" indent="-457200" algn="l" defTabSz="18288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lang="en-US" sz="2800" b="0" i="0" kern="1200" dirty="0">
          <a:solidFill>
            <a:schemeClr val="bg1"/>
          </a:solidFill>
          <a:latin typeface="+mn-lt"/>
          <a:ea typeface="Arial" panose="02000503000000020004" pitchFamily="2" charset="0"/>
          <a:cs typeface="+mn-cs"/>
        </a:defRPr>
      </a:lvl2pPr>
      <a:lvl3pPr marL="2286000" indent="-457200" algn="l" defTabSz="18288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lang="en-US" sz="2800" b="0" i="0" kern="1200" dirty="0">
          <a:solidFill>
            <a:schemeClr val="bg1"/>
          </a:solidFill>
          <a:latin typeface="+mn-lt"/>
          <a:ea typeface="Arial" panose="02000503000000020004" pitchFamily="2" charset="0"/>
          <a:cs typeface="+mn-cs"/>
        </a:defRPr>
      </a:lvl3pPr>
      <a:lvl4pPr marL="3200400" indent="-457200" algn="l" defTabSz="18288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lang="en-US" sz="2000" b="0" i="0" kern="1200" dirty="0">
          <a:solidFill>
            <a:schemeClr val="bg1"/>
          </a:solidFill>
          <a:latin typeface="+mn-lt"/>
          <a:ea typeface="Arial" panose="02000503000000020004" pitchFamily="2" charset="0"/>
          <a:cs typeface="+mn-cs"/>
        </a:defRPr>
      </a:lvl4pPr>
      <a:lvl5pPr marL="4114800" indent="-457200" algn="l" defTabSz="18288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lang="en-US" sz="2000" b="0" i="0" kern="1200" dirty="0">
          <a:solidFill>
            <a:schemeClr val="bg1"/>
          </a:solidFill>
          <a:latin typeface="+mn-lt"/>
          <a:ea typeface="Arial" panose="02000503000000020004" pitchFamily="2" charset="0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>
          <p15:clr>
            <a:srgbClr val="F26B43"/>
          </p15:clr>
        </p15:guide>
        <p15:guide id="2" pos="7681">
          <p15:clr>
            <a:srgbClr val="F26B43"/>
          </p15:clr>
        </p15:guide>
        <p15:guide id="3" pos="577">
          <p15:clr>
            <a:srgbClr val="F26B43"/>
          </p15:clr>
        </p15:guide>
        <p15:guide id="4" pos="14785">
          <p15:clr>
            <a:srgbClr val="F26B43"/>
          </p15:clr>
        </p15:guide>
        <p15:guide id="5" orient="horz" pos="576">
          <p15:clr>
            <a:srgbClr val="F26B43"/>
          </p15:clr>
        </p15:guide>
        <p15:guide id="6" orient="horz" pos="80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85784-DF0B-56C8-4887-ECBFAF047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BA1D3-CC4A-13D9-282A-9F9B8EA2F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6772" y="5235972"/>
            <a:ext cx="18773631" cy="1677382"/>
          </a:xfrm>
        </p:spPr>
        <p:txBody>
          <a:bodyPr/>
          <a:lstStyle/>
          <a:p>
            <a:r>
              <a:rPr lang="en-US" dirty="0"/>
              <a:t> GitHub </a:t>
            </a:r>
            <a:r>
              <a:rPr lang="en-US"/>
              <a:t>CoPilot Training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7809278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156A0-D8DF-4320-8D55-0BA24541F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769" y="914400"/>
            <a:ext cx="22529804" cy="1031821"/>
          </a:xfrm>
        </p:spPr>
        <p:txBody>
          <a:bodyPr/>
          <a:lstStyle/>
          <a:p>
            <a:r>
              <a:rPr lang="en-US" dirty="0"/>
              <a:t>Training Schedule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2EF4ED-2D6C-2E4F-BCFA-B2215B3CF5E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Audience: T-Mobile Engineering &amp; Development Teams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8EB18A72-F677-FA2D-C239-393C7AED64BF}"/>
              </a:ext>
            </a:extLst>
          </p:cNvPr>
          <p:cNvGrpSpPr/>
          <p:nvPr/>
        </p:nvGrpSpPr>
        <p:grpSpPr>
          <a:xfrm>
            <a:off x="10104829" y="3023770"/>
            <a:ext cx="5832398" cy="4115404"/>
            <a:chOff x="8449949" y="3184728"/>
            <a:chExt cx="5832398" cy="4115404"/>
          </a:xfrm>
        </p:grpSpPr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40ECA7F6-633D-2C41-97E6-4A86285B5950}"/>
                </a:ext>
              </a:extLst>
            </p:cNvPr>
            <p:cNvSpPr/>
            <p:nvPr/>
          </p:nvSpPr>
          <p:spPr>
            <a:xfrm>
              <a:off x="8449949" y="3184728"/>
              <a:ext cx="5832398" cy="4115404"/>
            </a:xfrm>
            <a:prstGeom prst="roundRect">
              <a:avLst>
                <a:gd name="adj" fmla="val 1370"/>
              </a:avLst>
            </a:pr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74320" tIns="182880" rIns="182880" rtlCol="0" anchor="t"/>
            <a:lstStyle/>
            <a:p>
              <a:pPr lvl="0"/>
              <a:r>
                <a:rPr lang="en-US" sz="2800" dirty="0">
                  <a:solidFill>
                    <a:schemeClr val="accent4"/>
                  </a:solidFill>
                </a:rPr>
                <a:t>Setup &amp; Installation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268EB24-A9CB-CC98-A322-09C6A2BE2C8E}"/>
                </a:ext>
              </a:extLst>
            </p:cNvPr>
            <p:cNvSpPr txBox="1"/>
            <p:nvPr/>
          </p:nvSpPr>
          <p:spPr>
            <a:xfrm>
              <a:off x="8630649" y="4212404"/>
              <a:ext cx="5139728" cy="2285030"/>
            </a:xfrm>
            <a:prstGeom prst="rect">
              <a:avLst/>
            </a:prstGeom>
            <a:noFill/>
          </p:spPr>
          <p:txBody>
            <a:bodyPr wrap="square" lIns="91428" tIns="45714" rIns="91428" bIns="45714" anchor="t">
              <a:spAutoFit/>
            </a:bodyPr>
            <a:lstStyle/>
            <a:p>
              <a:pPr marL="342900" marR="0" indent="-342900">
                <a:spcAft>
                  <a:spcPts val="1500"/>
                </a:spcAft>
                <a:buClr>
                  <a:schemeClr val="accent5"/>
                </a:buClr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bg1"/>
                  </a:solidFill>
                  <a:effectLst/>
                  <a:ea typeface="Aptos" panose="020B0004020202020204" pitchFamily="34" charset="0"/>
                  <a:cs typeface="Aptos" panose="020B0004020202020204" pitchFamily="34" charset="0"/>
                </a:rPr>
                <a:t>Set up GitHub accounts and assign appropriate licenses</a:t>
              </a:r>
            </a:p>
            <a:p>
              <a:pPr marL="342900" marR="0" indent="-342900">
                <a:spcAft>
                  <a:spcPts val="1500"/>
                </a:spcAft>
                <a:buClr>
                  <a:schemeClr val="accent5"/>
                </a:buClr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bg1"/>
                  </a:solidFill>
                  <a:effectLst/>
                  <a:ea typeface="Aptos" panose="020B0004020202020204" pitchFamily="34" charset="0"/>
                  <a:cs typeface="Aptos" panose="020B0004020202020204" pitchFamily="34" charset="0"/>
                </a:rPr>
                <a:t>Install and configure Copilot across supported environments</a:t>
              </a:r>
            </a:p>
            <a:p>
              <a:pPr marL="342900" marR="0" indent="-342900">
                <a:spcAft>
                  <a:spcPts val="1500"/>
                </a:spcAft>
                <a:buClr>
                  <a:schemeClr val="accent5"/>
                </a:buClr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bg1"/>
                  </a:solidFill>
                  <a:ea typeface="Aptos" panose="020B0004020202020204" pitchFamily="34" charset="0"/>
                  <a:cs typeface="Aptos" panose="020B0004020202020204" pitchFamily="34" charset="0"/>
                </a:rPr>
                <a:t>Troubleshoot common setup and connectivity issues</a:t>
              </a:r>
              <a:endParaRPr lang="en-US" sz="2400" dirty="0">
                <a:solidFill>
                  <a:schemeClr val="bg1"/>
                </a:solidFill>
                <a:effectLst/>
                <a:ea typeface="Aptos" panose="020B0004020202020204" pitchFamily="34" charset="0"/>
                <a:cs typeface="Aptos" panose="020B0004020202020204" pitchFamily="34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95846CC-5008-0386-60B0-1B299C4697FE}"/>
                </a:ext>
              </a:extLst>
            </p:cNvPr>
            <p:cNvSpPr txBox="1"/>
            <p:nvPr/>
          </p:nvSpPr>
          <p:spPr>
            <a:xfrm>
              <a:off x="8637302" y="3801643"/>
              <a:ext cx="5291021" cy="391711"/>
            </a:xfrm>
            <a:prstGeom prst="rect">
              <a:avLst/>
            </a:prstGeom>
            <a:noFill/>
          </p:spPr>
          <p:txBody>
            <a:bodyPr wrap="square" lIns="91440" tIns="45714" rIns="91428" bIns="45714" anchor="t">
              <a:spAutoFit/>
            </a:bodyPr>
            <a:lstStyle/>
            <a:p>
              <a:pPr marR="0">
                <a:spcAft>
                  <a:spcPts val="1500"/>
                </a:spcAft>
                <a:buClr>
                  <a:schemeClr val="accent5"/>
                </a:buClr>
              </a:pPr>
              <a:r>
                <a:rPr lang="en-US" sz="2400" dirty="0">
                  <a:solidFill>
                    <a:schemeClr val="accent6"/>
                  </a:solidFill>
                  <a:effectLst/>
                  <a:ea typeface="Aptos" panose="020B0004020202020204" pitchFamily="34" charset="0"/>
                  <a:cs typeface="Aptos" panose="020B0004020202020204" pitchFamily="34" charset="0"/>
                </a:rPr>
                <a:t>Objectives: 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EFA218F8-B3F3-3BB6-8E0C-B615C0F91F18}"/>
              </a:ext>
            </a:extLst>
          </p:cNvPr>
          <p:cNvGrpSpPr/>
          <p:nvPr/>
        </p:nvGrpSpPr>
        <p:grpSpPr>
          <a:xfrm>
            <a:off x="16124580" y="3023770"/>
            <a:ext cx="5832398" cy="4115404"/>
            <a:chOff x="15036151" y="3184728"/>
            <a:chExt cx="5832398" cy="4115404"/>
          </a:xfrm>
        </p:grpSpPr>
        <p:sp>
          <p:nvSpPr>
            <p:cNvPr id="25" name="Rounded Rectangle 34">
              <a:extLst>
                <a:ext uri="{FF2B5EF4-FFF2-40B4-BE49-F238E27FC236}">
                  <a16:creationId xmlns:a16="http://schemas.microsoft.com/office/drawing/2014/main" id="{0AD10D34-7CA0-E726-7572-C768ABCBEDE3}"/>
                </a:ext>
              </a:extLst>
            </p:cNvPr>
            <p:cNvSpPr/>
            <p:nvPr/>
          </p:nvSpPr>
          <p:spPr>
            <a:xfrm>
              <a:off x="15036151" y="3184728"/>
              <a:ext cx="5832398" cy="4115404"/>
            </a:xfrm>
            <a:prstGeom prst="roundRect">
              <a:avLst>
                <a:gd name="adj" fmla="val 1370"/>
              </a:avLst>
            </a:pr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74320" tIns="182880" rIns="182880" rtlCol="0" anchor="t"/>
            <a:lstStyle/>
            <a:p>
              <a:pPr lvl="0"/>
              <a:r>
                <a:rPr lang="en-US" sz="2800" dirty="0">
                  <a:solidFill>
                    <a:schemeClr val="accent4"/>
                  </a:solidFill>
                </a:rPr>
                <a:t>Getting Started w/ GitHub Copilot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DF1FBA8-CCB7-BF53-2113-01143AFCA66A}"/>
                </a:ext>
              </a:extLst>
            </p:cNvPr>
            <p:cNvSpPr txBox="1"/>
            <p:nvPr/>
          </p:nvSpPr>
          <p:spPr>
            <a:xfrm>
              <a:off x="15216851" y="4231454"/>
              <a:ext cx="5139728" cy="2285030"/>
            </a:xfrm>
            <a:prstGeom prst="rect">
              <a:avLst/>
            </a:prstGeom>
            <a:noFill/>
          </p:spPr>
          <p:txBody>
            <a:bodyPr wrap="square" lIns="91428" tIns="45714" rIns="91428" bIns="45714" anchor="t">
              <a:spAutoFit/>
            </a:bodyPr>
            <a:lstStyle/>
            <a:p>
              <a:pPr marL="342900" marR="0" indent="-342900">
                <a:spcAft>
                  <a:spcPts val="1500"/>
                </a:spcAft>
                <a:buClr>
                  <a:schemeClr val="accent5"/>
                </a:buClr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bg1"/>
                  </a:solidFill>
                  <a:effectLst/>
                  <a:ea typeface="Aptos" panose="020B0004020202020204" pitchFamily="34" charset="0"/>
                  <a:cs typeface="Aptos" panose="020B0004020202020204" pitchFamily="34" charset="0"/>
                </a:rPr>
                <a:t>Understand what Copilot is and how it works</a:t>
              </a:r>
            </a:p>
            <a:p>
              <a:pPr marL="342900" marR="0" indent="-342900">
                <a:spcAft>
                  <a:spcPts val="1500"/>
                </a:spcAft>
                <a:buClr>
                  <a:schemeClr val="accent5"/>
                </a:buClr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bg1"/>
                  </a:solidFill>
                  <a:effectLst/>
                  <a:ea typeface="Aptos" panose="020B0004020202020204" pitchFamily="34" charset="0"/>
                  <a:cs typeface="Aptos" panose="020B0004020202020204" pitchFamily="34" charset="0"/>
                </a:rPr>
                <a:t>Explore all the ways you can use Copilot</a:t>
              </a:r>
            </a:p>
            <a:p>
              <a:pPr marL="342900" marR="0" indent="-342900">
                <a:spcAft>
                  <a:spcPts val="1500"/>
                </a:spcAft>
                <a:buClr>
                  <a:schemeClr val="accent5"/>
                </a:buClr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bg1"/>
                  </a:solidFill>
                  <a:ea typeface="Aptos" panose="020B0004020202020204" pitchFamily="34" charset="0"/>
                  <a:cs typeface="Aptos" panose="020B0004020202020204" pitchFamily="34" charset="0"/>
                </a:rPr>
                <a:t>Learn to interact with Copilot through examples</a:t>
              </a:r>
              <a:endParaRPr lang="en-US" sz="2400" dirty="0">
                <a:solidFill>
                  <a:schemeClr val="bg1"/>
                </a:solidFill>
                <a:effectLst/>
                <a:ea typeface="Aptos" panose="020B0004020202020204" pitchFamily="34" charset="0"/>
                <a:cs typeface="Aptos" panose="020B0004020202020204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4D9A795-F54A-0122-CB71-A5BFBDDB0396}"/>
                </a:ext>
              </a:extLst>
            </p:cNvPr>
            <p:cNvSpPr txBox="1"/>
            <p:nvPr/>
          </p:nvSpPr>
          <p:spPr>
            <a:xfrm>
              <a:off x="15223504" y="3820693"/>
              <a:ext cx="5291021" cy="391711"/>
            </a:xfrm>
            <a:prstGeom prst="rect">
              <a:avLst/>
            </a:prstGeom>
            <a:noFill/>
          </p:spPr>
          <p:txBody>
            <a:bodyPr wrap="square" lIns="91440" tIns="45714" rIns="91428" bIns="45714" anchor="t">
              <a:spAutoFit/>
            </a:bodyPr>
            <a:lstStyle/>
            <a:p>
              <a:pPr marR="0">
                <a:spcAft>
                  <a:spcPts val="1500"/>
                </a:spcAft>
                <a:buClr>
                  <a:schemeClr val="accent5"/>
                </a:buClr>
              </a:pPr>
              <a:r>
                <a:rPr lang="en-US" sz="2400" dirty="0">
                  <a:solidFill>
                    <a:schemeClr val="accent6"/>
                  </a:solidFill>
                  <a:effectLst/>
                  <a:ea typeface="Aptos" panose="020B0004020202020204" pitchFamily="34" charset="0"/>
                  <a:cs typeface="Aptos" panose="020B0004020202020204" pitchFamily="34" charset="0"/>
                </a:rPr>
                <a:t>Objectives: </a:t>
              </a: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CC2AC58F-B101-B0C1-3171-DBDE00D7809B}"/>
              </a:ext>
            </a:extLst>
          </p:cNvPr>
          <p:cNvGrpSpPr/>
          <p:nvPr/>
        </p:nvGrpSpPr>
        <p:grpSpPr>
          <a:xfrm>
            <a:off x="16123928" y="7334956"/>
            <a:ext cx="5832398" cy="4354013"/>
            <a:chOff x="14469048" y="7495914"/>
            <a:chExt cx="5832398" cy="4354013"/>
          </a:xfrm>
        </p:grpSpPr>
        <p:sp>
          <p:nvSpPr>
            <p:cNvPr id="28" name="Rounded Rectangle 34">
              <a:extLst>
                <a:ext uri="{FF2B5EF4-FFF2-40B4-BE49-F238E27FC236}">
                  <a16:creationId xmlns:a16="http://schemas.microsoft.com/office/drawing/2014/main" id="{30672826-FE6B-5B29-B42C-C6172FD27B62}"/>
                </a:ext>
              </a:extLst>
            </p:cNvPr>
            <p:cNvSpPr/>
            <p:nvPr/>
          </p:nvSpPr>
          <p:spPr>
            <a:xfrm>
              <a:off x="14469048" y="7495914"/>
              <a:ext cx="5832398" cy="4354013"/>
            </a:xfrm>
            <a:prstGeom prst="roundRect">
              <a:avLst>
                <a:gd name="adj" fmla="val 1370"/>
              </a:avLst>
            </a:pr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74320" tIns="182880" rIns="182880" rtlCol="0" anchor="t"/>
            <a:lstStyle/>
            <a:p>
              <a:pPr lvl="0"/>
              <a:r>
                <a:rPr lang="en-US" sz="2800" dirty="0">
                  <a:solidFill>
                    <a:schemeClr val="accent4"/>
                  </a:solidFill>
                </a:rPr>
                <a:t>Copilot Design Patterns &amp; Best Practices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190D709-7891-26EC-5F02-A6C5F1D70454}"/>
                </a:ext>
              </a:extLst>
            </p:cNvPr>
            <p:cNvSpPr txBox="1"/>
            <p:nvPr/>
          </p:nvSpPr>
          <p:spPr>
            <a:xfrm>
              <a:off x="14645029" y="8949110"/>
              <a:ext cx="5139728" cy="2417515"/>
            </a:xfrm>
            <a:prstGeom prst="rect">
              <a:avLst/>
            </a:prstGeom>
            <a:noFill/>
          </p:spPr>
          <p:txBody>
            <a:bodyPr wrap="square" lIns="91428" tIns="45714" rIns="91428" bIns="45714" anchor="t">
              <a:spAutoFit/>
            </a:bodyPr>
            <a:lstStyle/>
            <a:p>
              <a:pPr marL="342900" marR="0" indent="-342900">
                <a:spcAft>
                  <a:spcPts val="1500"/>
                </a:spcAft>
                <a:buClr>
                  <a:schemeClr val="accent5"/>
                </a:buClr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bg1"/>
                  </a:solidFill>
                  <a:effectLst/>
                  <a:ea typeface="Aptos" panose="020B0004020202020204" pitchFamily="34" charset="0"/>
                  <a:cs typeface="Aptos" panose="020B0004020202020204" pitchFamily="34" charset="0"/>
                </a:rPr>
                <a:t>Learn how to structure Copilot use for full projects</a:t>
              </a:r>
            </a:p>
            <a:p>
              <a:pPr marL="342900" marR="0" indent="-342900">
                <a:spcAft>
                  <a:spcPts val="1500"/>
                </a:spcAft>
                <a:buClr>
                  <a:schemeClr val="accent5"/>
                </a:buClr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bg1"/>
                  </a:solidFill>
                  <a:effectLst/>
                  <a:ea typeface="Aptos" panose="020B0004020202020204" pitchFamily="34" charset="0"/>
                  <a:cs typeface="Aptos" panose="020B0004020202020204" pitchFamily="34" charset="0"/>
                </a:rPr>
                <a:t>Work through design patterns with Copilot</a:t>
              </a:r>
            </a:p>
            <a:p>
              <a:pPr marL="342900" marR="0" indent="-342900">
                <a:spcAft>
                  <a:spcPts val="1500"/>
                </a:spcAft>
                <a:buClr>
                  <a:schemeClr val="accent5"/>
                </a:buClr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bg1"/>
                  </a:solidFill>
                  <a:ea typeface="Aptos" panose="020B0004020202020204" pitchFamily="34" charset="0"/>
                  <a:cs typeface="Aptos" panose="020B0004020202020204" pitchFamily="34" charset="0"/>
                </a:rPr>
                <a:t>Explore architectural workflows and documentation use</a:t>
              </a:r>
              <a:endParaRPr lang="en-US" sz="2400" dirty="0">
                <a:solidFill>
                  <a:schemeClr val="bg1"/>
                </a:solidFill>
                <a:effectLst/>
                <a:ea typeface="Aptos" panose="020B0004020202020204" pitchFamily="34" charset="0"/>
                <a:cs typeface="Aptos" panose="020B0004020202020204" pitchFamily="34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0846869-4BEC-AD32-AA5E-690175F9DC70}"/>
                </a:ext>
              </a:extLst>
            </p:cNvPr>
            <p:cNvSpPr txBox="1"/>
            <p:nvPr/>
          </p:nvSpPr>
          <p:spPr>
            <a:xfrm>
              <a:off x="14656401" y="8547890"/>
              <a:ext cx="5291021" cy="461653"/>
            </a:xfrm>
            <a:prstGeom prst="rect">
              <a:avLst/>
            </a:prstGeom>
            <a:noFill/>
          </p:spPr>
          <p:txBody>
            <a:bodyPr wrap="square" lIns="91440" tIns="45714" rIns="91428" bIns="45714" anchor="t">
              <a:spAutoFit/>
            </a:bodyPr>
            <a:lstStyle/>
            <a:p>
              <a:pPr marR="0">
                <a:spcAft>
                  <a:spcPts val="1500"/>
                </a:spcAft>
                <a:buClr>
                  <a:schemeClr val="accent5"/>
                </a:buClr>
              </a:pPr>
              <a:r>
                <a:rPr lang="en-US" sz="2400" dirty="0">
                  <a:solidFill>
                    <a:schemeClr val="accent6"/>
                  </a:solidFill>
                  <a:effectLst/>
                  <a:ea typeface="Aptos" panose="020B0004020202020204" pitchFamily="34" charset="0"/>
                  <a:cs typeface="Aptos" panose="020B0004020202020204" pitchFamily="34" charset="0"/>
                </a:rPr>
                <a:t>Objectives: 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18AA1644-E531-E194-ADE7-F61C54EB3FCD}"/>
              </a:ext>
            </a:extLst>
          </p:cNvPr>
          <p:cNvGrpSpPr/>
          <p:nvPr/>
        </p:nvGrpSpPr>
        <p:grpSpPr>
          <a:xfrm>
            <a:off x="10125127" y="7318190"/>
            <a:ext cx="5812100" cy="4354013"/>
            <a:chOff x="8470247" y="7479148"/>
            <a:chExt cx="5812100" cy="4354013"/>
          </a:xfrm>
        </p:grpSpPr>
        <p:sp>
          <p:nvSpPr>
            <p:cNvPr id="34" name="Rounded Rectangle 34">
              <a:extLst>
                <a:ext uri="{FF2B5EF4-FFF2-40B4-BE49-F238E27FC236}">
                  <a16:creationId xmlns:a16="http://schemas.microsoft.com/office/drawing/2014/main" id="{595D5EEF-86A8-039B-3999-52AAD08D5D5C}"/>
                </a:ext>
              </a:extLst>
            </p:cNvPr>
            <p:cNvSpPr/>
            <p:nvPr/>
          </p:nvSpPr>
          <p:spPr>
            <a:xfrm>
              <a:off x="8470247" y="7479148"/>
              <a:ext cx="5812100" cy="4354013"/>
            </a:xfrm>
            <a:prstGeom prst="roundRect">
              <a:avLst>
                <a:gd name="adj" fmla="val 1370"/>
              </a:avLst>
            </a:pr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74320" tIns="182880" rIns="182880" rtlCol="0" anchor="t"/>
            <a:lstStyle/>
            <a:p>
              <a:pPr lvl="0"/>
              <a:r>
                <a:rPr lang="en-US" sz="2800" dirty="0">
                  <a:solidFill>
                    <a:schemeClr val="accent4"/>
                  </a:solidFill>
                </a:rPr>
                <a:t>Prompt Engineering for GitHub Copilot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DBCE07B1-6715-9327-C027-EEBD9FDC7AE6}"/>
                </a:ext>
              </a:extLst>
            </p:cNvPr>
            <p:cNvSpPr txBox="1"/>
            <p:nvPr/>
          </p:nvSpPr>
          <p:spPr>
            <a:xfrm>
              <a:off x="8650318" y="8938527"/>
              <a:ext cx="5121840" cy="2285031"/>
            </a:xfrm>
            <a:prstGeom prst="rect">
              <a:avLst/>
            </a:prstGeom>
            <a:noFill/>
          </p:spPr>
          <p:txBody>
            <a:bodyPr wrap="square" lIns="91428" tIns="45714" rIns="91428" bIns="45714" anchor="t">
              <a:spAutoFit/>
            </a:bodyPr>
            <a:lstStyle/>
            <a:p>
              <a:pPr marL="342900" marR="0" indent="-342900">
                <a:spcAft>
                  <a:spcPts val="1500"/>
                </a:spcAft>
                <a:buClr>
                  <a:schemeClr val="accent5"/>
                </a:buClr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bg1"/>
                  </a:solidFill>
                  <a:effectLst/>
                  <a:ea typeface="Aptos" panose="020B0004020202020204" pitchFamily="34" charset="0"/>
                  <a:cs typeface="Aptos" panose="020B0004020202020204" pitchFamily="34" charset="0"/>
                </a:rPr>
                <a:t>Learn how to guide Copilot with effective prompts</a:t>
              </a:r>
            </a:p>
            <a:p>
              <a:pPr marL="342900" marR="0" indent="-342900">
                <a:spcAft>
                  <a:spcPts val="1500"/>
                </a:spcAft>
                <a:buClr>
                  <a:schemeClr val="accent5"/>
                </a:buClr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bg1"/>
                  </a:solidFill>
                  <a:effectLst/>
                  <a:ea typeface="Aptos" panose="020B0004020202020204" pitchFamily="34" charset="0"/>
                  <a:cs typeface="Aptos" panose="020B0004020202020204" pitchFamily="34" charset="0"/>
                </a:rPr>
                <a:t>Understand context, tokens, and prompt structure</a:t>
              </a:r>
            </a:p>
            <a:p>
              <a:pPr marL="342900" marR="0" indent="-342900">
                <a:spcAft>
                  <a:spcPts val="1500"/>
                </a:spcAft>
                <a:buClr>
                  <a:schemeClr val="accent5"/>
                </a:buClr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bg1"/>
                  </a:solidFill>
                  <a:ea typeface="Aptos" panose="020B0004020202020204" pitchFamily="34" charset="0"/>
                  <a:cs typeface="Aptos" panose="020B0004020202020204" pitchFamily="34" charset="0"/>
                </a:rPr>
                <a:t>Practice prompt writing and optimization</a:t>
              </a:r>
              <a:endParaRPr lang="en-US" sz="2400" dirty="0">
                <a:solidFill>
                  <a:schemeClr val="bg1"/>
                </a:solidFill>
                <a:effectLst/>
                <a:ea typeface="Aptos" panose="020B0004020202020204" pitchFamily="34" charset="0"/>
                <a:cs typeface="Aptos" panose="020B0004020202020204" pitchFamily="34" charset="0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877AF54-4E4D-808D-5025-4E0BE6E10FC0}"/>
                </a:ext>
              </a:extLst>
            </p:cNvPr>
            <p:cNvSpPr txBox="1"/>
            <p:nvPr/>
          </p:nvSpPr>
          <p:spPr>
            <a:xfrm>
              <a:off x="8656948" y="8546816"/>
              <a:ext cx="5272607" cy="391711"/>
            </a:xfrm>
            <a:prstGeom prst="rect">
              <a:avLst/>
            </a:prstGeom>
            <a:noFill/>
          </p:spPr>
          <p:txBody>
            <a:bodyPr wrap="square" lIns="91440" tIns="45714" rIns="91428" bIns="45714" anchor="t">
              <a:spAutoFit/>
            </a:bodyPr>
            <a:lstStyle/>
            <a:p>
              <a:pPr marR="0">
                <a:spcAft>
                  <a:spcPts val="1500"/>
                </a:spcAft>
                <a:buClr>
                  <a:schemeClr val="accent5"/>
                </a:buClr>
              </a:pPr>
              <a:r>
                <a:rPr lang="en-US" sz="2400" dirty="0">
                  <a:solidFill>
                    <a:schemeClr val="accent6"/>
                  </a:solidFill>
                  <a:effectLst/>
                  <a:ea typeface="Aptos" panose="020B0004020202020204" pitchFamily="34" charset="0"/>
                  <a:cs typeface="Aptos" panose="020B0004020202020204" pitchFamily="34" charset="0"/>
                </a:rPr>
                <a:t>Objectives: </a:t>
              </a: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EEBE6D0A-42CC-0ABA-DED1-8F5187C6E7CC}"/>
              </a:ext>
            </a:extLst>
          </p:cNvPr>
          <p:cNvGrpSpPr/>
          <p:nvPr/>
        </p:nvGrpSpPr>
        <p:grpSpPr>
          <a:xfrm>
            <a:off x="936769" y="2870526"/>
            <a:ext cx="7761320" cy="4670338"/>
            <a:chOff x="520476" y="3364619"/>
            <a:chExt cx="7761320" cy="4670338"/>
          </a:xfrm>
        </p:grpSpPr>
        <p:sp>
          <p:nvSpPr>
            <p:cNvPr id="57" name="Rounded Rectangle 5">
              <a:extLst>
                <a:ext uri="{FF2B5EF4-FFF2-40B4-BE49-F238E27FC236}">
                  <a16:creationId xmlns:a16="http://schemas.microsoft.com/office/drawing/2014/main" id="{16431ED4-E8E8-1F71-25CB-F3CB1BB238FB}"/>
                </a:ext>
              </a:extLst>
            </p:cNvPr>
            <p:cNvSpPr/>
            <p:nvPr/>
          </p:nvSpPr>
          <p:spPr>
            <a:xfrm>
              <a:off x="520476" y="3364619"/>
              <a:ext cx="7761320" cy="4670338"/>
            </a:xfrm>
            <a:prstGeom prst="roundRect">
              <a:avLst>
                <a:gd name="adj" fmla="val 1370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74320" tIns="182880" rIns="182880" rtlCol="0" anchor="t"/>
            <a:lstStyle/>
            <a:p>
              <a:r>
                <a:rPr lang="en-US" sz="2800" b="1" dirty="0"/>
                <a:t>🔍 </a:t>
              </a:r>
              <a:r>
                <a:rPr lang="en-US" sz="2800" dirty="0">
                  <a:solidFill>
                    <a:schemeClr val="bg1"/>
                  </a:solidFill>
                </a:rPr>
                <a:t>Discovery Goals During Training:</a:t>
              </a:r>
            </a:p>
            <a:p>
              <a:endParaRPr lang="en-US" sz="2800" b="1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26992DA6-E9E4-E5EE-6D59-4A89A5DF2EB2}"/>
                </a:ext>
              </a:extLst>
            </p:cNvPr>
            <p:cNvSpPr txBox="1"/>
            <p:nvPr/>
          </p:nvSpPr>
          <p:spPr>
            <a:xfrm>
              <a:off x="1313270" y="4164967"/>
              <a:ext cx="6484529" cy="3254725"/>
            </a:xfrm>
            <a:prstGeom prst="rect">
              <a:avLst/>
            </a:prstGeom>
            <a:noFill/>
          </p:spPr>
          <p:txBody>
            <a:bodyPr wrap="square" lIns="91428" tIns="45714" rIns="91428" bIns="45714" anchor="t">
              <a:spAutoFit/>
            </a:bodyPr>
            <a:lstStyle/>
            <a:p>
              <a:pPr marL="342900" marR="0" indent="-342900">
                <a:spcAft>
                  <a:spcPts val="1500"/>
                </a:spcAft>
                <a:buClr>
                  <a:schemeClr val="accent5"/>
                </a:buClr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bg1"/>
                  </a:solidFill>
                  <a:effectLst/>
                  <a:ea typeface="Aptos" panose="020B0004020202020204" pitchFamily="34" charset="0"/>
                  <a:cs typeface="Aptos" panose="020B0004020202020204" pitchFamily="34" charset="0"/>
                </a:rPr>
                <a:t>Identify pain points in current SDLC practices</a:t>
              </a:r>
            </a:p>
            <a:p>
              <a:pPr marL="342900" marR="0" indent="-342900">
                <a:spcAft>
                  <a:spcPts val="1500"/>
                </a:spcAft>
                <a:buClr>
                  <a:schemeClr val="accent5"/>
                </a:buClr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bg1"/>
                  </a:solidFill>
                  <a:effectLst/>
                  <a:ea typeface="Aptos" panose="020B0004020202020204" pitchFamily="34" charset="0"/>
                  <a:cs typeface="Aptos" panose="020B0004020202020204" pitchFamily="34" charset="0"/>
                </a:rPr>
                <a:t>Understand existing toolchain             (CI/CD, testing, planning)</a:t>
              </a:r>
            </a:p>
            <a:p>
              <a:pPr marL="342900" marR="0" indent="-342900">
                <a:spcAft>
                  <a:spcPts val="1500"/>
                </a:spcAft>
                <a:buClr>
                  <a:schemeClr val="accent5"/>
                </a:buClr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bg1"/>
                  </a:solidFill>
                  <a:ea typeface="Aptos" panose="020B0004020202020204" pitchFamily="34" charset="0"/>
                  <a:cs typeface="Aptos" panose="020B0004020202020204" pitchFamily="34" charset="0"/>
                </a:rPr>
                <a:t>Uncover manual coding patterns ripe for automation</a:t>
              </a:r>
            </a:p>
            <a:p>
              <a:pPr marL="342900" marR="0" indent="-342900">
                <a:spcAft>
                  <a:spcPts val="1500"/>
                </a:spcAft>
                <a:buClr>
                  <a:schemeClr val="accent5"/>
                </a:buClr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bg1"/>
                  </a:solidFill>
                  <a:effectLst/>
                  <a:ea typeface="Aptos" panose="020B0004020202020204" pitchFamily="34" charset="0"/>
                  <a:cs typeface="Aptos" panose="020B0004020202020204" pitchFamily="34" charset="0"/>
                </a:rPr>
                <a:t>Assess current developer KPIs </a:t>
              </a:r>
              <a:r>
                <a:rPr lang="en-US" sz="2400" dirty="0">
                  <a:solidFill>
                    <a:schemeClr val="bg1"/>
                  </a:solidFill>
                  <a:ea typeface="Aptos" panose="020B0004020202020204" pitchFamily="34" charset="0"/>
                  <a:cs typeface="Aptos" panose="020B0004020202020204" pitchFamily="34" charset="0"/>
                </a:rPr>
                <a:t>and Metrics</a:t>
              </a:r>
              <a:endParaRPr lang="en-US" sz="2400" dirty="0">
                <a:solidFill>
                  <a:schemeClr val="bg1"/>
                </a:solidFill>
                <a:effectLst/>
                <a:ea typeface="Aptos" panose="020B0004020202020204" pitchFamily="34" charset="0"/>
                <a:cs typeface="Aptos" panose="020B0004020202020204" pitchFamily="34" charset="0"/>
              </a:endParaRP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91B8B7B1-A31E-E44E-6AA6-5171D45798DD}"/>
              </a:ext>
            </a:extLst>
          </p:cNvPr>
          <p:cNvGrpSpPr/>
          <p:nvPr/>
        </p:nvGrpSpPr>
        <p:grpSpPr>
          <a:xfrm>
            <a:off x="936769" y="7334956"/>
            <a:ext cx="7761320" cy="4670338"/>
            <a:chOff x="688629" y="8032031"/>
            <a:chExt cx="7761320" cy="4670338"/>
          </a:xfrm>
        </p:grpSpPr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CEA86930-2EB0-D65B-11F9-3C2926B961CF}"/>
                </a:ext>
              </a:extLst>
            </p:cNvPr>
            <p:cNvGrpSpPr/>
            <p:nvPr/>
          </p:nvGrpSpPr>
          <p:grpSpPr>
            <a:xfrm>
              <a:off x="688629" y="8032031"/>
              <a:ext cx="7761320" cy="4670338"/>
              <a:chOff x="168545" y="8392820"/>
              <a:chExt cx="7761320" cy="4670338"/>
            </a:xfrm>
          </p:grpSpPr>
          <p:sp>
            <p:nvSpPr>
              <p:cNvPr id="59" name="Rounded Rectangle 5">
                <a:extLst>
                  <a:ext uri="{FF2B5EF4-FFF2-40B4-BE49-F238E27FC236}">
                    <a16:creationId xmlns:a16="http://schemas.microsoft.com/office/drawing/2014/main" id="{9D6E5FDD-09EE-60A6-3AB4-5006494AAF05}"/>
                  </a:ext>
                </a:extLst>
              </p:cNvPr>
              <p:cNvSpPr/>
              <p:nvPr/>
            </p:nvSpPr>
            <p:spPr>
              <a:xfrm>
                <a:off x="168545" y="8392820"/>
                <a:ext cx="7761320" cy="4670338"/>
              </a:xfrm>
              <a:prstGeom prst="roundRect">
                <a:avLst>
                  <a:gd name="adj" fmla="val 1370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74320" tIns="182880" rIns="182880" rtlCol="0" anchor="t"/>
              <a:lstStyle/>
              <a:p>
                <a:r>
                  <a:rPr lang="en-US" sz="2800" b="1" dirty="0"/>
                  <a:t>    </a:t>
                </a:r>
                <a:r>
                  <a:rPr lang="en-US" sz="2800" dirty="0">
                    <a:solidFill>
                      <a:schemeClr val="bg1"/>
                    </a:solidFill>
                  </a:rPr>
                  <a:t>Outcome – Participants leave the session:</a:t>
                </a:r>
              </a:p>
              <a:p>
                <a:endParaRPr lang="en-US" sz="2800" b="1" dirty="0"/>
              </a:p>
            </p:txBody>
          </p:sp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B5204776-FF3F-ED37-9B51-3BE7AC9ACB62}"/>
                  </a:ext>
                </a:extLst>
              </p:cNvPr>
              <p:cNvGrpSpPr/>
              <p:nvPr/>
            </p:nvGrpSpPr>
            <p:grpSpPr>
              <a:xfrm>
                <a:off x="495076" y="8544380"/>
                <a:ext cx="305822" cy="430350"/>
                <a:chOff x="13161526" y="3372340"/>
                <a:chExt cx="518387" cy="856539"/>
              </a:xfrm>
            </p:grpSpPr>
            <p:sp>
              <p:nvSpPr>
                <p:cNvPr id="61" name="Freeform 629">
                  <a:extLst>
                    <a:ext uri="{FF2B5EF4-FFF2-40B4-BE49-F238E27FC236}">
                      <a16:creationId xmlns:a16="http://schemas.microsoft.com/office/drawing/2014/main" id="{7BC51860-C23A-2E55-1AE8-678A6E4ED013}"/>
                    </a:ext>
                  </a:extLst>
                </p:cNvPr>
                <p:cNvSpPr/>
                <p:nvPr/>
              </p:nvSpPr>
              <p:spPr>
                <a:xfrm>
                  <a:off x="13236477" y="3447278"/>
                  <a:ext cx="370402" cy="372964"/>
                </a:xfrm>
                <a:custGeom>
                  <a:avLst/>
                  <a:gdLst>
                    <a:gd name="connsiteX0" fmla="*/ 362428 w 370402"/>
                    <a:gd name="connsiteY0" fmla="*/ 144992 h 372964"/>
                    <a:gd name="connsiteX1" fmla="*/ 319804 w 370402"/>
                    <a:gd name="connsiteY1" fmla="*/ 144992 h 372964"/>
                    <a:gd name="connsiteX2" fmla="*/ 309502 w 370402"/>
                    <a:gd name="connsiteY2" fmla="*/ 119965 h 372964"/>
                    <a:gd name="connsiteX3" fmla="*/ 339653 w 370402"/>
                    <a:gd name="connsiteY3" fmla="*/ 89628 h 372964"/>
                    <a:gd name="connsiteX4" fmla="*/ 341981 w 370402"/>
                    <a:gd name="connsiteY4" fmla="*/ 83962 h 372964"/>
                    <a:gd name="connsiteX5" fmla="*/ 339653 w 370402"/>
                    <a:gd name="connsiteY5" fmla="*/ 78297 h 372964"/>
                    <a:gd name="connsiteX6" fmla="*/ 292645 w 370402"/>
                    <a:gd name="connsiteY6" fmla="*/ 30962 h 372964"/>
                    <a:gd name="connsiteX7" fmla="*/ 281346 w 370402"/>
                    <a:gd name="connsiteY7" fmla="*/ 30962 h 372964"/>
                    <a:gd name="connsiteX8" fmla="*/ 251241 w 370402"/>
                    <a:gd name="connsiteY8" fmla="*/ 61299 h 372964"/>
                    <a:gd name="connsiteX9" fmla="*/ 226406 w 370402"/>
                    <a:gd name="connsiteY9" fmla="*/ 50948 h 372964"/>
                    <a:gd name="connsiteX10" fmla="*/ 226406 w 370402"/>
                    <a:gd name="connsiteY10" fmla="*/ 8031 h 372964"/>
                    <a:gd name="connsiteX11" fmla="*/ 218432 w 370402"/>
                    <a:gd name="connsiteY11" fmla="*/ 0 h 372964"/>
                    <a:gd name="connsiteX12" fmla="*/ 151971 w 370402"/>
                    <a:gd name="connsiteY12" fmla="*/ 0 h 372964"/>
                    <a:gd name="connsiteX13" fmla="*/ 143997 w 370402"/>
                    <a:gd name="connsiteY13" fmla="*/ 8031 h 372964"/>
                    <a:gd name="connsiteX14" fmla="*/ 143997 w 370402"/>
                    <a:gd name="connsiteY14" fmla="*/ 50926 h 372964"/>
                    <a:gd name="connsiteX15" fmla="*/ 119162 w 370402"/>
                    <a:gd name="connsiteY15" fmla="*/ 61277 h 372964"/>
                    <a:gd name="connsiteX16" fmla="*/ 89011 w 370402"/>
                    <a:gd name="connsiteY16" fmla="*/ 30940 h 372964"/>
                    <a:gd name="connsiteX17" fmla="*/ 77736 w 370402"/>
                    <a:gd name="connsiteY17" fmla="*/ 30940 h 372964"/>
                    <a:gd name="connsiteX18" fmla="*/ 30749 w 370402"/>
                    <a:gd name="connsiteY18" fmla="*/ 78275 h 372964"/>
                    <a:gd name="connsiteX19" fmla="*/ 30749 w 370402"/>
                    <a:gd name="connsiteY19" fmla="*/ 89628 h 372964"/>
                    <a:gd name="connsiteX20" fmla="*/ 60876 w 370402"/>
                    <a:gd name="connsiteY20" fmla="*/ 119965 h 372964"/>
                    <a:gd name="connsiteX21" fmla="*/ 50598 w 370402"/>
                    <a:gd name="connsiteY21" fmla="*/ 144992 h 372964"/>
                    <a:gd name="connsiteX22" fmla="*/ 7974 w 370402"/>
                    <a:gd name="connsiteY22" fmla="*/ 144992 h 372964"/>
                    <a:gd name="connsiteX23" fmla="*/ 0 w 370402"/>
                    <a:gd name="connsiteY23" fmla="*/ 153023 h 372964"/>
                    <a:gd name="connsiteX24" fmla="*/ 0 w 370402"/>
                    <a:gd name="connsiteY24" fmla="*/ 219941 h 372964"/>
                    <a:gd name="connsiteX25" fmla="*/ 7974 w 370402"/>
                    <a:gd name="connsiteY25" fmla="*/ 227972 h 372964"/>
                    <a:gd name="connsiteX26" fmla="*/ 50620 w 370402"/>
                    <a:gd name="connsiteY26" fmla="*/ 227972 h 372964"/>
                    <a:gd name="connsiteX27" fmla="*/ 60898 w 370402"/>
                    <a:gd name="connsiteY27" fmla="*/ 252977 h 372964"/>
                    <a:gd name="connsiteX28" fmla="*/ 30771 w 370402"/>
                    <a:gd name="connsiteY28" fmla="*/ 283293 h 372964"/>
                    <a:gd name="connsiteX29" fmla="*/ 30771 w 370402"/>
                    <a:gd name="connsiteY29" fmla="*/ 294669 h 372964"/>
                    <a:gd name="connsiteX30" fmla="*/ 77758 w 370402"/>
                    <a:gd name="connsiteY30" fmla="*/ 342003 h 372964"/>
                    <a:gd name="connsiteX31" fmla="*/ 83384 w 370402"/>
                    <a:gd name="connsiteY31" fmla="*/ 344344 h 372964"/>
                    <a:gd name="connsiteX32" fmla="*/ 89011 w 370402"/>
                    <a:gd name="connsiteY32" fmla="*/ 342003 h 372964"/>
                    <a:gd name="connsiteX33" fmla="*/ 119162 w 370402"/>
                    <a:gd name="connsiteY33" fmla="*/ 311643 h 372964"/>
                    <a:gd name="connsiteX34" fmla="*/ 143997 w 370402"/>
                    <a:gd name="connsiteY34" fmla="*/ 321994 h 372964"/>
                    <a:gd name="connsiteX35" fmla="*/ 143997 w 370402"/>
                    <a:gd name="connsiteY35" fmla="*/ 364934 h 372964"/>
                    <a:gd name="connsiteX36" fmla="*/ 151971 w 370402"/>
                    <a:gd name="connsiteY36" fmla="*/ 372964 h 372964"/>
                    <a:gd name="connsiteX37" fmla="*/ 218432 w 370402"/>
                    <a:gd name="connsiteY37" fmla="*/ 372964 h 372964"/>
                    <a:gd name="connsiteX38" fmla="*/ 226406 w 370402"/>
                    <a:gd name="connsiteY38" fmla="*/ 364934 h 372964"/>
                    <a:gd name="connsiteX39" fmla="*/ 226406 w 370402"/>
                    <a:gd name="connsiteY39" fmla="*/ 321994 h 372964"/>
                    <a:gd name="connsiteX40" fmla="*/ 251241 w 370402"/>
                    <a:gd name="connsiteY40" fmla="*/ 311643 h 372964"/>
                    <a:gd name="connsiteX41" fmla="*/ 281346 w 370402"/>
                    <a:gd name="connsiteY41" fmla="*/ 342003 h 372964"/>
                    <a:gd name="connsiteX42" fmla="*/ 286996 w 370402"/>
                    <a:gd name="connsiteY42" fmla="*/ 344344 h 372964"/>
                    <a:gd name="connsiteX43" fmla="*/ 292645 w 370402"/>
                    <a:gd name="connsiteY43" fmla="*/ 342003 h 372964"/>
                    <a:gd name="connsiteX44" fmla="*/ 339653 w 370402"/>
                    <a:gd name="connsiteY44" fmla="*/ 294668 h 372964"/>
                    <a:gd name="connsiteX45" fmla="*/ 341981 w 370402"/>
                    <a:gd name="connsiteY45" fmla="*/ 288980 h 372964"/>
                    <a:gd name="connsiteX46" fmla="*/ 339653 w 370402"/>
                    <a:gd name="connsiteY46" fmla="*/ 283293 h 372964"/>
                    <a:gd name="connsiteX47" fmla="*/ 309502 w 370402"/>
                    <a:gd name="connsiteY47" fmla="*/ 252977 h 372964"/>
                    <a:gd name="connsiteX48" fmla="*/ 319804 w 370402"/>
                    <a:gd name="connsiteY48" fmla="*/ 227972 h 372964"/>
                    <a:gd name="connsiteX49" fmla="*/ 362428 w 370402"/>
                    <a:gd name="connsiteY49" fmla="*/ 227972 h 372964"/>
                    <a:gd name="connsiteX50" fmla="*/ 370402 w 370402"/>
                    <a:gd name="connsiteY50" fmla="*/ 219941 h 372964"/>
                    <a:gd name="connsiteX51" fmla="*/ 370402 w 370402"/>
                    <a:gd name="connsiteY51" fmla="*/ 153023 h 372964"/>
                    <a:gd name="connsiteX52" fmla="*/ 362428 w 370402"/>
                    <a:gd name="connsiteY52" fmla="*/ 144992 h 372964"/>
                    <a:gd name="connsiteX53" fmla="*/ 354475 w 370402"/>
                    <a:gd name="connsiteY53" fmla="*/ 211912 h 372964"/>
                    <a:gd name="connsiteX54" fmla="*/ 313801 w 370402"/>
                    <a:gd name="connsiteY54" fmla="*/ 211912 h 372964"/>
                    <a:gd name="connsiteX55" fmla="*/ 306070 w 370402"/>
                    <a:gd name="connsiteY55" fmla="*/ 217957 h 372964"/>
                    <a:gd name="connsiteX56" fmla="*/ 292755 w 370402"/>
                    <a:gd name="connsiteY56" fmla="*/ 250279 h 372964"/>
                    <a:gd name="connsiteX57" fmla="*/ 293974 w 370402"/>
                    <a:gd name="connsiteY57" fmla="*/ 260049 h 372964"/>
                    <a:gd name="connsiteX58" fmla="*/ 322774 w 370402"/>
                    <a:gd name="connsiteY58" fmla="*/ 289003 h 372964"/>
                    <a:gd name="connsiteX59" fmla="*/ 287041 w 370402"/>
                    <a:gd name="connsiteY59" fmla="*/ 324983 h 372964"/>
                    <a:gd name="connsiteX60" fmla="*/ 258286 w 370402"/>
                    <a:gd name="connsiteY60" fmla="*/ 295985 h 372964"/>
                    <a:gd name="connsiteX61" fmla="*/ 248583 w 370402"/>
                    <a:gd name="connsiteY61" fmla="*/ 294758 h 372964"/>
                    <a:gd name="connsiteX62" fmla="*/ 216460 w 370402"/>
                    <a:gd name="connsiteY62" fmla="*/ 308142 h 372964"/>
                    <a:gd name="connsiteX63" fmla="*/ 210456 w 370402"/>
                    <a:gd name="connsiteY63" fmla="*/ 315928 h 372964"/>
                    <a:gd name="connsiteX64" fmla="*/ 210456 w 370402"/>
                    <a:gd name="connsiteY64" fmla="*/ 356905 h 372964"/>
                    <a:gd name="connsiteX65" fmla="*/ 159947 w 370402"/>
                    <a:gd name="connsiteY65" fmla="*/ 356905 h 372964"/>
                    <a:gd name="connsiteX66" fmla="*/ 159969 w 370402"/>
                    <a:gd name="connsiteY66" fmla="*/ 315972 h 372964"/>
                    <a:gd name="connsiteX67" fmla="*/ 153966 w 370402"/>
                    <a:gd name="connsiteY67" fmla="*/ 308188 h 372964"/>
                    <a:gd name="connsiteX68" fmla="*/ 121865 w 370402"/>
                    <a:gd name="connsiteY68" fmla="*/ 294803 h 372964"/>
                    <a:gd name="connsiteX69" fmla="*/ 112163 w 370402"/>
                    <a:gd name="connsiteY69" fmla="*/ 296030 h 372964"/>
                    <a:gd name="connsiteX70" fmla="*/ 83384 w 370402"/>
                    <a:gd name="connsiteY70" fmla="*/ 325028 h 372964"/>
                    <a:gd name="connsiteX71" fmla="*/ 47673 w 370402"/>
                    <a:gd name="connsiteY71" fmla="*/ 289049 h 372964"/>
                    <a:gd name="connsiteX72" fmla="*/ 76429 w 370402"/>
                    <a:gd name="connsiteY72" fmla="*/ 260094 h 372964"/>
                    <a:gd name="connsiteX73" fmla="*/ 77670 w 370402"/>
                    <a:gd name="connsiteY73" fmla="*/ 250324 h 372964"/>
                    <a:gd name="connsiteX74" fmla="*/ 64377 w 370402"/>
                    <a:gd name="connsiteY74" fmla="*/ 217980 h 372964"/>
                    <a:gd name="connsiteX75" fmla="*/ 56646 w 370402"/>
                    <a:gd name="connsiteY75" fmla="*/ 211935 h 372964"/>
                    <a:gd name="connsiteX76" fmla="*/ 15951 w 370402"/>
                    <a:gd name="connsiteY76" fmla="*/ 211935 h 372964"/>
                    <a:gd name="connsiteX77" fmla="*/ 15951 w 370402"/>
                    <a:gd name="connsiteY77" fmla="*/ 161077 h 372964"/>
                    <a:gd name="connsiteX78" fmla="*/ 56624 w 370402"/>
                    <a:gd name="connsiteY78" fmla="*/ 161077 h 372964"/>
                    <a:gd name="connsiteX79" fmla="*/ 64355 w 370402"/>
                    <a:gd name="connsiteY79" fmla="*/ 155054 h 372964"/>
                    <a:gd name="connsiteX80" fmla="*/ 77648 w 370402"/>
                    <a:gd name="connsiteY80" fmla="*/ 122709 h 372964"/>
                    <a:gd name="connsiteX81" fmla="*/ 76408 w 370402"/>
                    <a:gd name="connsiteY81" fmla="*/ 112939 h 372964"/>
                    <a:gd name="connsiteX82" fmla="*/ 47651 w 370402"/>
                    <a:gd name="connsiteY82" fmla="*/ 83963 h 372964"/>
                    <a:gd name="connsiteX83" fmla="*/ 83363 w 370402"/>
                    <a:gd name="connsiteY83" fmla="*/ 48005 h 372964"/>
                    <a:gd name="connsiteX84" fmla="*/ 112139 w 370402"/>
                    <a:gd name="connsiteY84" fmla="*/ 76959 h 372964"/>
                    <a:gd name="connsiteX85" fmla="*/ 121842 w 370402"/>
                    <a:gd name="connsiteY85" fmla="*/ 78208 h 372964"/>
                    <a:gd name="connsiteX86" fmla="*/ 153965 w 370402"/>
                    <a:gd name="connsiteY86" fmla="*/ 64825 h 372964"/>
                    <a:gd name="connsiteX87" fmla="*/ 159947 w 370402"/>
                    <a:gd name="connsiteY87" fmla="*/ 57040 h 372964"/>
                    <a:gd name="connsiteX88" fmla="*/ 159947 w 370402"/>
                    <a:gd name="connsiteY88" fmla="*/ 16063 h 372964"/>
                    <a:gd name="connsiteX89" fmla="*/ 210456 w 370402"/>
                    <a:gd name="connsiteY89" fmla="*/ 16063 h 372964"/>
                    <a:gd name="connsiteX90" fmla="*/ 210456 w 370402"/>
                    <a:gd name="connsiteY90" fmla="*/ 57040 h 372964"/>
                    <a:gd name="connsiteX91" fmla="*/ 216459 w 370402"/>
                    <a:gd name="connsiteY91" fmla="*/ 64825 h 372964"/>
                    <a:gd name="connsiteX92" fmla="*/ 248582 w 370402"/>
                    <a:gd name="connsiteY92" fmla="*/ 78208 h 372964"/>
                    <a:gd name="connsiteX93" fmla="*/ 258285 w 370402"/>
                    <a:gd name="connsiteY93" fmla="*/ 76959 h 372964"/>
                    <a:gd name="connsiteX94" fmla="*/ 287040 w 370402"/>
                    <a:gd name="connsiteY94" fmla="*/ 48005 h 372964"/>
                    <a:gd name="connsiteX95" fmla="*/ 322774 w 370402"/>
                    <a:gd name="connsiteY95" fmla="*/ 83963 h 372964"/>
                    <a:gd name="connsiteX96" fmla="*/ 293973 w 370402"/>
                    <a:gd name="connsiteY96" fmla="*/ 112939 h 372964"/>
                    <a:gd name="connsiteX97" fmla="*/ 292755 w 370402"/>
                    <a:gd name="connsiteY97" fmla="*/ 122709 h 372964"/>
                    <a:gd name="connsiteX98" fmla="*/ 306070 w 370402"/>
                    <a:gd name="connsiteY98" fmla="*/ 155031 h 372964"/>
                    <a:gd name="connsiteX99" fmla="*/ 313800 w 370402"/>
                    <a:gd name="connsiteY99" fmla="*/ 161053 h 372964"/>
                    <a:gd name="connsiteX100" fmla="*/ 354474 w 370402"/>
                    <a:gd name="connsiteY100" fmla="*/ 161053 h 372964"/>
                    <a:gd name="connsiteX101" fmla="*/ 354474 w 370402"/>
                    <a:gd name="connsiteY101" fmla="*/ 211913 h 3729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</a:cxnLst>
                  <a:rect l="l" t="t" r="r" b="b"/>
                  <a:pathLst>
                    <a:path w="370402" h="372964">
                      <a:moveTo>
                        <a:pt x="362428" y="144992"/>
                      </a:moveTo>
                      <a:lnTo>
                        <a:pt x="319804" y="144992"/>
                      </a:lnTo>
                      <a:cubicBezTo>
                        <a:pt x="317169" y="136292"/>
                        <a:pt x="313713" y="127906"/>
                        <a:pt x="309502" y="119965"/>
                      </a:cubicBezTo>
                      <a:lnTo>
                        <a:pt x="339653" y="89628"/>
                      </a:lnTo>
                      <a:cubicBezTo>
                        <a:pt x="341139" y="88134"/>
                        <a:pt x="341981" y="86081"/>
                        <a:pt x="341981" y="83962"/>
                      </a:cubicBezTo>
                      <a:cubicBezTo>
                        <a:pt x="341981" y="81843"/>
                        <a:pt x="341139" y="79791"/>
                        <a:pt x="339653" y="78297"/>
                      </a:cubicBezTo>
                      <a:lnTo>
                        <a:pt x="292645" y="30962"/>
                      </a:lnTo>
                      <a:cubicBezTo>
                        <a:pt x="289609" y="27929"/>
                        <a:pt x="284338" y="27929"/>
                        <a:pt x="281346" y="30962"/>
                      </a:cubicBezTo>
                      <a:lnTo>
                        <a:pt x="251241" y="61299"/>
                      </a:lnTo>
                      <a:cubicBezTo>
                        <a:pt x="243331" y="57061"/>
                        <a:pt x="235002" y="53603"/>
                        <a:pt x="226406" y="50948"/>
                      </a:cubicBezTo>
                      <a:lnTo>
                        <a:pt x="226406" y="8031"/>
                      </a:lnTo>
                      <a:cubicBezTo>
                        <a:pt x="226406" y="3592"/>
                        <a:pt x="222840" y="0"/>
                        <a:pt x="218432" y="0"/>
                      </a:cubicBezTo>
                      <a:lnTo>
                        <a:pt x="151971" y="0"/>
                      </a:lnTo>
                      <a:cubicBezTo>
                        <a:pt x="147563" y="0"/>
                        <a:pt x="143997" y="3593"/>
                        <a:pt x="143997" y="8031"/>
                      </a:cubicBezTo>
                      <a:lnTo>
                        <a:pt x="143997" y="50926"/>
                      </a:lnTo>
                      <a:cubicBezTo>
                        <a:pt x="135379" y="53581"/>
                        <a:pt x="127072" y="57039"/>
                        <a:pt x="119162" y="61277"/>
                      </a:cubicBezTo>
                      <a:lnTo>
                        <a:pt x="89011" y="30940"/>
                      </a:lnTo>
                      <a:cubicBezTo>
                        <a:pt x="86021" y="27907"/>
                        <a:pt x="80726" y="27907"/>
                        <a:pt x="77736" y="30940"/>
                      </a:cubicBezTo>
                      <a:lnTo>
                        <a:pt x="30749" y="78275"/>
                      </a:lnTo>
                      <a:cubicBezTo>
                        <a:pt x="27624" y="81420"/>
                        <a:pt x="27624" y="86483"/>
                        <a:pt x="30749" y="89628"/>
                      </a:cubicBezTo>
                      <a:lnTo>
                        <a:pt x="60876" y="119965"/>
                      </a:lnTo>
                      <a:cubicBezTo>
                        <a:pt x="56668" y="127950"/>
                        <a:pt x="53233" y="136316"/>
                        <a:pt x="50598" y="144992"/>
                      </a:cubicBezTo>
                      <a:lnTo>
                        <a:pt x="7974" y="144992"/>
                      </a:lnTo>
                      <a:cubicBezTo>
                        <a:pt x="3566" y="144992"/>
                        <a:pt x="0" y="148583"/>
                        <a:pt x="0" y="153023"/>
                      </a:cubicBezTo>
                      <a:lnTo>
                        <a:pt x="0" y="219941"/>
                      </a:lnTo>
                      <a:cubicBezTo>
                        <a:pt x="0" y="224381"/>
                        <a:pt x="3566" y="227972"/>
                        <a:pt x="7974" y="227972"/>
                      </a:cubicBezTo>
                      <a:lnTo>
                        <a:pt x="50620" y="227972"/>
                      </a:lnTo>
                      <a:cubicBezTo>
                        <a:pt x="53255" y="236628"/>
                        <a:pt x="56690" y="245015"/>
                        <a:pt x="60898" y="252977"/>
                      </a:cubicBezTo>
                      <a:lnTo>
                        <a:pt x="30771" y="283293"/>
                      </a:lnTo>
                      <a:cubicBezTo>
                        <a:pt x="27648" y="286437"/>
                        <a:pt x="27648" y="291523"/>
                        <a:pt x="30771" y="294669"/>
                      </a:cubicBezTo>
                      <a:lnTo>
                        <a:pt x="77758" y="342003"/>
                      </a:lnTo>
                      <a:cubicBezTo>
                        <a:pt x="79242" y="343497"/>
                        <a:pt x="81258" y="344344"/>
                        <a:pt x="83384" y="344344"/>
                      </a:cubicBezTo>
                      <a:cubicBezTo>
                        <a:pt x="85488" y="344344"/>
                        <a:pt x="87527" y="343497"/>
                        <a:pt x="89011" y="342003"/>
                      </a:cubicBezTo>
                      <a:lnTo>
                        <a:pt x="119162" y="311643"/>
                      </a:lnTo>
                      <a:cubicBezTo>
                        <a:pt x="127094" y="315905"/>
                        <a:pt x="135401" y="319384"/>
                        <a:pt x="143997" y="321994"/>
                      </a:cubicBezTo>
                      <a:lnTo>
                        <a:pt x="143997" y="364934"/>
                      </a:lnTo>
                      <a:cubicBezTo>
                        <a:pt x="143997" y="369374"/>
                        <a:pt x="147563" y="372964"/>
                        <a:pt x="151971" y="372964"/>
                      </a:cubicBezTo>
                      <a:lnTo>
                        <a:pt x="218432" y="372964"/>
                      </a:lnTo>
                      <a:cubicBezTo>
                        <a:pt x="222840" y="372964"/>
                        <a:pt x="226406" y="369374"/>
                        <a:pt x="226406" y="364934"/>
                      </a:cubicBezTo>
                      <a:lnTo>
                        <a:pt x="226406" y="321994"/>
                      </a:lnTo>
                      <a:cubicBezTo>
                        <a:pt x="234980" y="319384"/>
                        <a:pt x="243287" y="315881"/>
                        <a:pt x="251241" y="311643"/>
                      </a:cubicBezTo>
                      <a:lnTo>
                        <a:pt x="281346" y="342003"/>
                      </a:lnTo>
                      <a:cubicBezTo>
                        <a:pt x="282830" y="343497"/>
                        <a:pt x="284869" y="344344"/>
                        <a:pt x="286996" y="344344"/>
                      </a:cubicBezTo>
                      <a:cubicBezTo>
                        <a:pt x="289123" y="344344"/>
                        <a:pt x="291161" y="343497"/>
                        <a:pt x="292645" y="342003"/>
                      </a:cubicBezTo>
                      <a:lnTo>
                        <a:pt x="339653" y="294668"/>
                      </a:lnTo>
                      <a:cubicBezTo>
                        <a:pt x="341139" y="293173"/>
                        <a:pt x="341981" y="291121"/>
                        <a:pt x="341981" y="288980"/>
                      </a:cubicBezTo>
                      <a:cubicBezTo>
                        <a:pt x="341981" y="286839"/>
                        <a:pt x="341139" y="284787"/>
                        <a:pt x="339653" y="283293"/>
                      </a:cubicBezTo>
                      <a:lnTo>
                        <a:pt x="309502" y="252977"/>
                      </a:lnTo>
                      <a:cubicBezTo>
                        <a:pt x="313735" y="245015"/>
                        <a:pt x="317169" y="236650"/>
                        <a:pt x="319804" y="227972"/>
                      </a:cubicBezTo>
                      <a:lnTo>
                        <a:pt x="362428" y="227972"/>
                      </a:lnTo>
                      <a:cubicBezTo>
                        <a:pt x="366836" y="227972"/>
                        <a:pt x="370402" y="224381"/>
                        <a:pt x="370402" y="219941"/>
                      </a:cubicBezTo>
                      <a:lnTo>
                        <a:pt x="370402" y="153023"/>
                      </a:lnTo>
                      <a:cubicBezTo>
                        <a:pt x="370402" y="148583"/>
                        <a:pt x="366836" y="144992"/>
                        <a:pt x="362428" y="144992"/>
                      </a:cubicBezTo>
                      <a:close/>
                      <a:moveTo>
                        <a:pt x="354475" y="211912"/>
                      </a:moveTo>
                      <a:lnTo>
                        <a:pt x="313801" y="211912"/>
                      </a:lnTo>
                      <a:cubicBezTo>
                        <a:pt x="310169" y="211912"/>
                        <a:pt x="306978" y="214411"/>
                        <a:pt x="306070" y="217957"/>
                      </a:cubicBezTo>
                      <a:cubicBezTo>
                        <a:pt x="303146" y="229356"/>
                        <a:pt x="298671" y="240241"/>
                        <a:pt x="292755" y="250279"/>
                      </a:cubicBezTo>
                      <a:cubicBezTo>
                        <a:pt x="290894" y="253424"/>
                        <a:pt x="291405" y="257462"/>
                        <a:pt x="293974" y="260049"/>
                      </a:cubicBezTo>
                      <a:lnTo>
                        <a:pt x="322774" y="289003"/>
                      </a:lnTo>
                      <a:lnTo>
                        <a:pt x="287041" y="324983"/>
                      </a:lnTo>
                      <a:lnTo>
                        <a:pt x="258286" y="295985"/>
                      </a:lnTo>
                      <a:cubicBezTo>
                        <a:pt x="255693" y="293375"/>
                        <a:pt x="251706" y="292863"/>
                        <a:pt x="248583" y="294758"/>
                      </a:cubicBezTo>
                      <a:cubicBezTo>
                        <a:pt x="238503" y="300737"/>
                        <a:pt x="227714" y="305242"/>
                        <a:pt x="216460" y="308142"/>
                      </a:cubicBezTo>
                      <a:cubicBezTo>
                        <a:pt x="212915" y="309057"/>
                        <a:pt x="210456" y="312269"/>
                        <a:pt x="210456" y="315928"/>
                      </a:cubicBezTo>
                      <a:lnTo>
                        <a:pt x="210456" y="356905"/>
                      </a:lnTo>
                      <a:lnTo>
                        <a:pt x="159947" y="356905"/>
                      </a:lnTo>
                      <a:lnTo>
                        <a:pt x="159969" y="315972"/>
                      </a:lnTo>
                      <a:cubicBezTo>
                        <a:pt x="159969" y="312313"/>
                        <a:pt x="157488" y="309101"/>
                        <a:pt x="153966" y="308188"/>
                      </a:cubicBezTo>
                      <a:cubicBezTo>
                        <a:pt x="142711" y="305288"/>
                        <a:pt x="131901" y="300781"/>
                        <a:pt x="121865" y="294803"/>
                      </a:cubicBezTo>
                      <a:cubicBezTo>
                        <a:pt x="118697" y="292907"/>
                        <a:pt x="114732" y="293443"/>
                        <a:pt x="112163" y="296030"/>
                      </a:cubicBezTo>
                      <a:lnTo>
                        <a:pt x="83384" y="325028"/>
                      </a:lnTo>
                      <a:lnTo>
                        <a:pt x="47673" y="289049"/>
                      </a:lnTo>
                      <a:lnTo>
                        <a:pt x="76429" y="260094"/>
                      </a:lnTo>
                      <a:cubicBezTo>
                        <a:pt x="79021" y="257485"/>
                        <a:pt x="79509" y="253470"/>
                        <a:pt x="77670" y="250324"/>
                      </a:cubicBezTo>
                      <a:cubicBezTo>
                        <a:pt x="71755" y="240242"/>
                        <a:pt x="67301" y="229379"/>
                        <a:pt x="64377" y="217980"/>
                      </a:cubicBezTo>
                      <a:cubicBezTo>
                        <a:pt x="63469" y="214411"/>
                        <a:pt x="60278" y="211935"/>
                        <a:pt x="56646" y="211935"/>
                      </a:cubicBezTo>
                      <a:lnTo>
                        <a:pt x="15951" y="211935"/>
                      </a:lnTo>
                      <a:lnTo>
                        <a:pt x="15951" y="161077"/>
                      </a:lnTo>
                      <a:lnTo>
                        <a:pt x="56624" y="161077"/>
                      </a:lnTo>
                      <a:cubicBezTo>
                        <a:pt x="60256" y="161077"/>
                        <a:pt x="63448" y="158601"/>
                        <a:pt x="64355" y="155054"/>
                      </a:cubicBezTo>
                      <a:cubicBezTo>
                        <a:pt x="67279" y="143633"/>
                        <a:pt x="71755" y="132769"/>
                        <a:pt x="77648" y="122709"/>
                      </a:cubicBezTo>
                      <a:cubicBezTo>
                        <a:pt x="79486" y="119542"/>
                        <a:pt x="78977" y="115527"/>
                        <a:pt x="76408" y="112939"/>
                      </a:cubicBezTo>
                      <a:lnTo>
                        <a:pt x="47651" y="83963"/>
                      </a:lnTo>
                      <a:lnTo>
                        <a:pt x="83363" y="48005"/>
                      </a:lnTo>
                      <a:lnTo>
                        <a:pt x="112139" y="76959"/>
                      </a:lnTo>
                      <a:cubicBezTo>
                        <a:pt x="114732" y="79569"/>
                        <a:pt x="118697" y="80082"/>
                        <a:pt x="121842" y="78208"/>
                      </a:cubicBezTo>
                      <a:cubicBezTo>
                        <a:pt x="131835" y="72275"/>
                        <a:pt x="142645" y="67769"/>
                        <a:pt x="153965" y="64825"/>
                      </a:cubicBezTo>
                      <a:cubicBezTo>
                        <a:pt x="157488" y="63911"/>
                        <a:pt x="159947" y="60698"/>
                        <a:pt x="159947" y="57040"/>
                      </a:cubicBezTo>
                      <a:lnTo>
                        <a:pt x="159947" y="16063"/>
                      </a:lnTo>
                      <a:lnTo>
                        <a:pt x="210456" y="16063"/>
                      </a:lnTo>
                      <a:lnTo>
                        <a:pt x="210456" y="57040"/>
                      </a:lnTo>
                      <a:cubicBezTo>
                        <a:pt x="210456" y="60698"/>
                        <a:pt x="212937" y="63911"/>
                        <a:pt x="216459" y="64825"/>
                      </a:cubicBezTo>
                      <a:cubicBezTo>
                        <a:pt x="227780" y="67769"/>
                        <a:pt x="238568" y="72253"/>
                        <a:pt x="248582" y="78208"/>
                      </a:cubicBezTo>
                      <a:cubicBezTo>
                        <a:pt x="251706" y="80060"/>
                        <a:pt x="255715" y="79525"/>
                        <a:pt x="258285" y="76959"/>
                      </a:cubicBezTo>
                      <a:lnTo>
                        <a:pt x="287040" y="48005"/>
                      </a:lnTo>
                      <a:lnTo>
                        <a:pt x="322774" y="83963"/>
                      </a:lnTo>
                      <a:lnTo>
                        <a:pt x="293973" y="112939"/>
                      </a:lnTo>
                      <a:cubicBezTo>
                        <a:pt x="291382" y="115527"/>
                        <a:pt x="290894" y="119542"/>
                        <a:pt x="292755" y="122709"/>
                      </a:cubicBezTo>
                      <a:cubicBezTo>
                        <a:pt x="298670" y="132725"/>
                        <a:pt x="303146" y="143611"/>
                        <a:pt x="306070" y="155031"/>
                      </a:cubicBezTo>
                      <a:cubicBezTo>
                        <a:pt x="306977" y="158577"/>
                        <a:pt x="310168" y="161053"/>
                        <a:pt x="313800" y="161053"/>
                      </a:cubicBezTo>
                      <a:lnTo>
                        <a:pt x="354474" y="161053"/>
                      </a:lnTo>
                      <a:lnTo>
                        <a:pt x="354474" y="211913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2" name="Freeform 630">
                  <a:extLst>
                    <a:ext uri="{FF2B5EF4-FFF2-40B4-BE49-F238E27FC236}">
                      <a16:creationId xmlns:a16="http://schemas.microsoft.com/office/drawing/2014/main" id="{D16C59A9-1B90-2984-10F0-FAFEC745364E}"/>
                    </a:ext>
                  </a:extLst>
                </p:cNvPr>
                <p:cNvSpPr/>
                <p:nvPr/>
              </p:nvSpPr>
              <p:spPr>
                <a:xfrm>
                  <a:off x="13336167" y="3547657"/>
                  <a:ext cx="171022" cy="172206"/>
                </a:xfrm>
                <a:custGeom>
                  <a:avLst/>
                  <a:gdLst>
                    <a:gd name="connsiteX0" fmla="*/ 85511 w 171022"/>
                    <a:gd name="connsiteY0" fmla="*/ 0 h 172206"/>
                    <a:gd name="connsiteX1" fmla="*/ 0 w 171022"/>
                    <a:gd name="connsiteY1" fmla="*/ 86104 h 172206"/>
                    <a:gd name="connsiteX2" fmla="*/ 85511 w 171022"/>
                    <a:gd name="connsiteY2" fmla="*/ 172207 h 172206"/>
                    <a:gd name="connsiteX3" fmla="*/ 171023 w 171022"/>
                    <a:gd name="connsiteY3" fmla="*/ 86104 h 172206"/>
                    <a:gd name="connsiteX4" fmla="*/ 85511 w 171022"/>
                    <a:gd name="connsiteY4" fmla="*/ 0 h 172206"/>
                    <a:gd name="connsiteX5" fmla="*/ 85511 w 171022"/>
                    <a:gd name="connsiteY5" fmla="*/ 156145 h 172206"/>
                    <a:gd name="connsiteX6" fmla="*/ 15950 w 171022"/>
                    <a:gd name="connsiteY6" fmla="*/ 86104 h 172206"/>
                    <a:gd name="connsiteX7" fmla="*/ 85511 w 171022"/>
                    <a:gd name="connsiteY7" fmla="*/ 16061 h 172206"/>
                    <a:gd name="connsiteX8" fmla="*/ 155073 w 171022"/>
                    <a:gd name="connsiteY8" fmla="*/ 86104 h 172206"/>
                    <a:gd name="connsiteX9" fmla="*/ 85511 w 171022"/>
                    <a:gd name="connsiteY9" fmla="*/ 156145 h 1722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71022" h="172206">
                      <a:moveTo>
                        <a:pt x="85511" y="0"/>
                      </a:moveTo>
                      <a:cubicBezTo>
                        <a:pt x="38347" y="0"/>
                        <a:pt x="0" y="38635"/>
                        <a:pt x="0" y="86104"/>
                      </a:cubicBezTo>
                      <a:cubicBezTo>
                        <a:pt x="0" y="133573"/>
                        <a:pt x="38370" y="172207"/>
                        <a:pt x="85511" y="172207"/>
                      </a:cubicBezTo>
                      <a:cubicBezTo>
                        <a:pt x="132653" y="172207"/>
                        <a:pt x="171023" y="133572"/>
                        <a:pt x="171023" y="86104"/>
                      </a:cubicBezTo>
                      <a:cubicBezTo>
                        <a:pt x="171023" y="38613"/>
                        <a:pt x="132653" y="0"/>
                        <a:pt x="85511" y="0"/>
                      </a:cubicBezTo>
                      <a:close/>
                      <a:moveTo>
                        <a:pt x="85511" y="156145"/>
                      </a:moveTo>
                      <a:cubicBezTo>
                        <a:pt x="47164" y="156145"/>
                        <a:pt x="15950" y="124715"/>
                        <a:pt x="15950" y="86104"/>
                      </a:cubicBezTo>
                      <a:cubicBezTo>
                        <a:pt x="15950" y="47493"/>
                        <a:pt x="47164" y="16061"/>
                        <a:pt x="85511" y="16061"/>
                      </a:cubicBezTo>
                      <a:cubicBezTo>
                        <a:pt x="123859" y="16061"/>
                        <a:pt x="155073" y="47468"/>
                        <a:pt x="155073" y="86104"/>
                      </a:cubicBezTo>
                      <a:cubicBezTo>
                        <a:pt x="155073" y="124740"/>
                        <a:pt x="123858" y="156145"/>
                        <a:pt x="85511" y="156145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3" name="Freeform 631">
                  <a:extLst>
                    <a:ext uri="{FF2B5EF4-FFF2-40B4-BE49-F238E27FC236}">
                      <a16:creationId xmlns:a16="http://schemas.microsoft.com/office/drawing/2014/main" id="{CA21EC81-CCC6-F097-C4BC-E04F21C11846}"/>
                    </a:ext>
                  </a:extLst>
                </p:cNvPr>
                <p:cNvSpPr/>
                <p:nvPr/>
              </p:nvSpPr>
              <p:spPr>
                <a:xfrm>
                  <a:off x="13161526" y="3372340"/>
                  <a:ext cx="518387" cy="856539"/>
                </a:xfrm>
                <a:custGeom>
                  <a:avLst/>
                  <a:gdLst>
                    <a:gd name="connsiteX0" fmla="*/ 342269 w 518387"/>
                    <a:gd name="connsiteY0" fmla="*/ 856540 h 856539"/>
                    <a:gd name="connsiteX1" fmla="*/ 176119 w 518387"/>
                    <a:gd name="connsiteY1" fmla="*/ 856540 h 856539"/>
                    <a:gd name="connsiteX2" fmla="*/ 176119 w 518387"/>
                    <a:gd name="connsiteY2" fmla="*/ 836464 h 856539"/>
                    <a:gd name="connsiteX3" fmla="*/ 342269 w 518387"/>
                    <a:gd name="connsiteY3" fmla="*/ 836464 h 856539"/>
                    <a:gd name="connsiteX4" fmla="*/ 342269 w 518387"/>
                    <a:gd name="connsiteY4" fmla="*/ 856540 h 856539"/>
                    <a:gd name="connsiteX5" fmla="*/ 369960 w 518387"/>
                    <a:gd name="connsiteY5" fmla="*/ 800774 h 856539"/>
                    <a:gd name="connsiteX6" fmla="*/ 148427 w 518387"/>
                    <a:gd name="connsiteY6" fmla="*/ 800774 h 856539"/>
                    <a:gd name="connsiteX7" fmla="*/ 148427 w 518387"/>
                    <a:gd name="connsiteY7" fmla="*/ 780698 h 856539"/>
                    <a:gd name="connsiteX8" fmla="*/ 369960 w 518387"/>
                    <a:gd name="connsiteY8" fmla="*/ 780698 h 856539"/>
                    <a:gd name="connsiteX9" fmla="*/ 369960 w 518387"/>
                    <a:gd name="connsiteY9" fmla="*/ 800774 h 856539"/>
                    <a:gd name="connsiteX10" fmla="*/ 369960 w 518387"/>
                    <a:gd name="connsiteY10" fmla="*/ 745008 h 856539"/>
                    <a:gd name="connsiteX11" fmla="*/ 148427 w 518387"/>
                    <a:gd name="connsiteY11" fmla="*/ 745008 h 856539"/>
                    <a:gd name="connsiteX12" fmla="*/ 148427 w 518387"/>
                    <a:gd name="connsiteY12" fmla="*/ 724932 h 856539"/>
                    <a:gd name="connsiteX13" fmla="*/ 369960 w 518387"/>
                    <a:gd name="connsiteY13" fmla="*/ 724932 h 856539"/>
                    <a:gd name="connsiteX14" fmla="*/ 369960 w 518387"/>
                    <a:gd name="connsiteY14" fmla="*/ 745008 h 856539"/>
                    <a:gd name="connsiteX15" fmla="*/ 369960 w 518387"/>
                    <a:gd name="connsiteY15" fmla="*/ 689241 h 856539"/>
                    <a:gd name="connsiteX16" fmla="*/ 148427 w 518387"/>
                    <a:gd name="connsiteY16" fmla="*/ 689241 h 856539"/>
                    <a:gd name="connsiteX17" fmla="*/ 138458 w 518387"/>
                    <a:gd name="connsiteY17" fmla="*/ 679204 h 856539"/>
                    <a:gd name="connsiteX18" fmla="*/ 138458 w 518387"/>
                    <a:gd name="connsiteY18" fmla="*/ 638690 h 856539"/>
                    <a:gd name="connsiteX19" fmla="*/ 81940 w 518387"/>
                    <a:gd name="connsiteY19" fmla="*/ 465954 h 856539"/>
                    <a:gd name="connsiteX20" fmla="*/ 0 w 518387"/>
                    <a:gd name="connsiteY20" fmla="*/ 268347 h 856539"/>
                    <a:gd name="connsiteX21" fmla="*/ 259194 w 518387"/>
                    <a:gd name="connsiteY21" fmla="*/ 0 h 856539"/>
                    <a:gd name="connsiteX22" fmla="*/ 518387 w 518387"/>
                    <a:gd name="connsiteY22" fmla="*/ 268347 h 856539"/>
                    <a:gd name="connsiteX23" fmla="*/ 436448 w 518387"/>
                    <a:gd name="connsiteY23" fmla="*/ 465926 h 856539"/>
                    <a:gd name="connsiteX24" fmla="*/ 379929 w 518387"/>
                    <a:gd name="connsiteY24" fmla="*/ 638690 h 856539"/>
                    <a:gd name="connsiteX25" fmla="*/ 379929 w 518387"/>
                    <a:gd name="connsiteY25" fmla="*/ 679204 h 856539"/>
                    <a:gd name="connsiteX26" fmla="*/ 369960 w 518387"/>
                    <a:gd name="connsiteY26" fmla="*/ 689241 h 856539"/>
                    <a:gd name="connsiteX27" fmla="*/ 158396 w 518387"/>
                    <a:gd name="connsiteY27" fmla="*/ 669166 h 856539"/>
                    <a:gd name="connsiteX28" fmla="*/ 359991 w 518387"/>
                    <a:gd name="connsiteY28" fmla="*/ 669166 h 856539"/>
                    <a:gd name="connsiteX29" fmla="*/ 359991 w 518387"/>
                    <a:gd name="connsiteY29" fmla="*/ 638690 h 856539"/>
                    <a:gd name="connsiteX30" fmla="*/ 422076 w 518387"/>
                    <a:gd name="connsiteY30" fmla="*/ 452012 h 856539"/>
                    <a:gd name="connsiteX31" fmla="*/ 498449 w 518387"/>
                    <a:gd name="connsiteY31" fmla="*/ 268319 h 856539"/>
                    <a:gd name="connsiteX32" fmla="*/ 259194 w 518387"/>
                    <a:gd name="connsiteY32" fmla="*/ 20048 h 856539"/>
                    <a:gd name="connsiteX33" fmla="*/ 19938 w 518387"/>
                    <a:gd name="connsiteY33" fmla="*/ 268319 h 856539"/>
                    <a:gd name="connsiteX34" fmla="*/ 96311 w 518387"/>
                    <a:gd name="connsiteY34" fmla="*/ 452012 h 856539"/>
                    <a:gd name="connsiteX35" fmla="*/ 158396 w 518387"/>
                    <a:gd name="connsiteY35" fmla="*/ 638690 h 856539"/>
                    <a:gd name="connsiteX36" fmla="*/ 158396 w 518387"/>
                    <a:gd name="connsiteY36" fmla="*/ 669166 h 8565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</a:cxnLst>
                  <a:rect l="l" t="t" r="r" b="b"/>
                  <a:pathLst>
                    <a:path w="518387" h="856539">
                      <a:moveTo>
                        <a:pt x="342269" y="856540"/>
                      </a:moveTo>
                      <a:lnTo>
                        <a:pt x="176119" y="856540"/>
                      </a:lnTo>
                      <a:lnTo>
                        <a:pt x="176119" y="836464"/>
                      </a:lnTo>
                      <a:lnTo>
                        <a:pt x="342269" y="836464"/>
                      </a:lnTo>
                      <a:lnTo>
                        <a:pt x="342269" y="856540"/>
                      </a:lnTo>
                      <a:close/>
                      <a:moveTo>
                        <a:pt x="369960" y="800774"/>
                      </a:moveTo>
                      <a:lnTo>
                        <a:pt x="148427" y="800774"/>
                      </a:lnTo>
                      <a:lnTo>
                        <a:pt x="148427" y="780698"/>
                      </a:lnTo>
                      <a:lnTo>
                        <a:pt x="369960" y="780698"/>
                      </a:lnTo>
                      <a:lnTo>
                        <a:pt x="369960" y="800774"/>
                      </a:lnTo>
                      <a:close/>
                      <a:moveTo>
                        <a:pt x="369960" y="745008"/>
                      </a:moveTo>
                      <a:lnTo>
                        <a:pt x="148427" y="745008"/>
                      </a:lnTo>
                      <a:lnTo>
                        <a:pt x="148427" y="724932"/>
                      </a:lnTo>
                      <a:lnTo>
                        <a:pt x="369960" y="724932"/>
                      </a:lnTo>
                      <a:lnTo>
                        <a:pt x="369960" y="745008"/>
                      </a:lnTo>
                      <a:close/>
                      <a:moveTo>
                        <a:pt x="369960" y="689241"/>
                      </a:moveTo>
                      <a:lnTo>
                        <a:pt x="148427" y="689241"/>
                      </a:lnTo>
                      <a:cubicBezTo>
                        <a:pt x="142917" y="689241"/>
                        <a:pt x="138458" y="684752"/>
                        <a:pt x="138458" y="679204"/>
                      </a:cubicBezTo>
                      <a:lnTo>
                        <a:pt x="138458" y="638690"/>
                      </a:lnTo>
                      <a:cubicBezTo>
                        <a:pt x="138458" y="593463"/>
                        <a:pt x="138458" y="525122"/>
                        <a:pt x="81940" y="465954"/>
                      </a:cubicBezTo>
                      <a:cubicBezTo>
                        <a:pt x="29104" y="410578"/>
                        <a:pt x="0" y="340396"/>
                        <a:pt x="0" y="268347"/>
                      </a:cubicBezTo>
                      <a:cubicBezTo>
                        <a:pt x="0" y="117862"/>
                        <a:pt x="113840" y="0"/>
                        <a:pt x="259194" y="0"/>
                      </a:cubicBezTo>
                      <a:cubicBezTo>
                        <a:pt x="404547" y="0"/>
                        <a:pt x="518387" y="117862"/>
                        <a:pt x="518387" y="268347"/>
                      </a:cubicBezTo>
                      <a:cubicBezTo>
                        <a:pt x="518387" y="340396"/>
                        <a:pt x="489283" y="410606"/>
                        <a:pt x="436448" y="465926"/>
                      </a:cubicBezTo>
                      <a:cubicBezTo>
                        <a:pt x="379929" y="525122"/>
                        <a:pt x="379929" y="593463"/>
                        <a:pt x="379929" y="638690"/>
                      </a:cubicBezTo>
                      <a:lnTo>
                        <a:pt x="379929" y="679204"/>
                      </a:lnTo>
                      <a:cubicBezTo>
                        <a:pt x="379929" y="684752"/>
                        <a:pt x="375471" y="689241"/>
                        <a:pt x="369960" y="689241"/>
                      </a:cubicBezTo>
                      <a:close/>
                      <a:moveTo>
                        <a:pt x="158396" y="669166"/>
                      </a:moveTo>
                      <a:lnTo>
                        <a:pt x="359991" y="669166"/>
                      </a:lnTo>
                      <a:lnTo>
                        <a:pt x="359991" y="638690"/>
                      </a:lnTo>
                      <a:cubicBezTo>
                        <a:pt x="359991" y="593184"/>
                        <a:pt x="359991" y="517036"/>
                        <a:pt x="422076" y="452012"/>
                      </a:cubicBezTo>
                      <a:cubicBezTo>
                        <a:pt x="471312" y="400401"/>
                        <a:pt x="498449" y="335182"/>
                        <a:pt x="498449" y="268319"/>
                      </a:cubicBezTo>
                      <a:cubicBezTo>
                        <a:pt x="498449" y="129099"/>
                        <a:pt x="393360" y="20048"/>
                        <a:pt x="259194" y="20048"/>
                      </a:cubicBezTo>
                      <a:cubicBezTo>
                        <a:pt x="125028" y="20048"/>
                        <a:pt x="19938" y="129099"/>
                        <a:pt x="19938" y="268319"/>
                      </a:cubicBezTo>
                      <a:cubicBezTo>
                        <a:pt x="19938" y="335182"/>
                        <a:pt x="47048" y="400401"/>
                        <a:pt x="96311" y="452012"/>
                      </a:cubicBezTo>
                      <a:cubicBezTo>
                        <a:pt x="158396" y="517036"/>
                        <a:pt x="158396" y="593184"/>
                        <a:pt x="158396" y="638690"/>
                      </a:cubicBezTo>
                      <a:lnTo>
                        <a:pt x="158396" y="66916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D208D73C-CA88-0BC1-7ABC-F718776FE941}"/>
                </a:ext>
              </a:extLst>
            </p:cNvPr>
            <p:cNvSpPr txBox="1"/>
            <p:nvPr/>
          </p:nvSpPr>
          <p:spPr>
            <a:xfrm>
              <a:off x="1327024" y="8806346"/>
              <a:ext cx="6484529" cy="3254725"/>
            </a:xfrm>
            <a:prstGeom prst="rect">
              <a:avLst/>
            </a:prstGeom>
            <a:noFill/>
          </p:spPr>
          <p:txBody>
            <a:bodyPr wrap="square" lIns="91428" tIns="45714" rIns="91428" bIns="45714" anchor="t">
              <a:spAutoFit/>
            </a:bodyPr>
            <a:lstStyle/>
            <a:p>
              <a:pPr marL="342900" marR="0" indent="-342900">
                <a:spcAft>
                  <a:spcPts val="1500"/>
                </a:spcAft>
                <a:buClr>
                  <a:schemeClr val="accent5"/>
                </a:buClr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bg1"/>
                  </a:solidFill>
                  <a:effectLst/>
                  <a:ea typeface="Aptos" panose="020B0004020202020204" pitchFamily="34" charset="0"/>
                  <a:cs typeface="Aptos" panose="020B0004020202020204" pitchFamily="34" charset="0"/>
                </a:rPr>
                <a:t>Fully equipped to use GitHub Copilot</a:t>
              </a:r>
            </a:p>
            <a:p>
              <a:pPr marL="342900" marR="0" indent="-342900">
                <a:spcAft>
                  <a:spcPts val="1500"/>
                </a:spcAft>
                <a:buClr>
                  <a:schemeClr val="accent5"/>
                </a:buClr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bg1"/>
                  </a:solidFill>
                  <a:effectLst/>
                  <a:ea typeface="Aptos" panose="020B0004020202020204" pitchFamily="34" charset="0"/>
                  <a:cs typeface="Aptos" panose="020B0004020202020204" pitchFamily="34" charset="0"/>
                </a:rPr>
                <a:t>Aware of how to prompt effectively and responsibly</a:t>
              </a:r>
            </a:p>
            <a:p>
              <a:pPr marL="342900" marR="0" indent="-342900">
                <a:spcAft>
                  <a:spcPts val="1500"/>
                </a:spcAft>
                <a:buClr>
                  <a:schemeClr val="accent5"/>
                </a:buClr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bg1"/>
                  </a:solidFill>
                  <a:ea typeface="Aptos" panose="020B0004020202020204" pitchFamily="34" charset="0"/>
                  <a:cs typeface="Aptos" panose="020B0004020202020204" pitchFamily="34" charset="0"/>
                </a:rPr>
                <a:t>Clear on where Copilot best fits into their daily workflows</a:t>
              </a:r>
            </a:p>
            <a:p>
              <a:pPr marL="342900" marR="0" indent="-342900">
                <a:spcAft>
                  <a:spcPts val="1500"/>
                </a:spcAft>
                <a:buClr>
                  <a:schemeClr val="accent5"/>
                </a:buClr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bg1"/>
                  </a:solidFill>
                  <a:effectLst/>
                  <a:ea typeface="Aptos" panose="020B0004020202020204" pitchFamily="34" charset="0"/>
                  <a:cs typeface="Aptos" panose="020B0004020202020204" pitchFamily="34" charset="0"/>
                </a:rPr>
                <a:t>With a roadmap for further adoption and process integration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33059324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AE755-3AF9-B72E-51EB-8A94697D6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B86BC9E-1442-7CFF-F4C8-E3139793F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9219" y="816537"/>
            <a:ext cx="22529804" cy="1031821"/>
          </a:xfrm>
        </p:spPr>
        <p:txBody>
          <a:bodyPr/>
          <a:lstStyle/>
          <a:p>
            <a:r>
              <a:rPr lang="en-US" dirty="0"/>
              <a:t>Setup and Installation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3663671-3140-8F0A-8C3C-C7EA6E94C3E4}"/>
              </a:ext>
            </a:extLst>
          </p:cNvPr>
          <p:cNvSpPr txBox="1">
            <a:spLocks/>
          </p:cNvSpPr>
          <p:nvPr/>
        </p:nvSpPr>
        <p:spPr>
          <a:xfrm>
            <a:off x="1813069" y="6170639"/>
            <a:ext cx="4889648" cy="1014893"/>
          </a:xfrm>
          <a:prstGeom prst="rect">
            <a:avLst/>
          </a:prstGeom>
        </p:spPr>
        <p:txBody>
          <a:bodyPr vert="horz" wrap="square" lIns="0" tIns="0" rIns="0" bIns="91440" rtlCol="0" anchor="t">
            <a:sp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b="0" i="0" kern="1200" spc="-15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Agenda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AC9F5E56-FC20-5EE7-A0A9-C31A68FEFA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265067" y="2361741"/>
            <a:ext cx="7616824" cy="1709379"/>
          </a:xfrm>
        </p:spPr>
        <p:txBody>
          <a:bodyPr/>
          <a:lstStyle/>
          <a:p>
            <a:pPr marL="742950" indent="-742950">
              <a:lnSpc>
                <a:spcPct val="110000"/>
              </a:lnSpc>
              <a:buAutoNum type="arabicPeriod"/>
            </a:pPr>
            <a:r>
              <a:rPr lang="en-US" sz="3200" dirty="0">
                <a:solidFill>
                  <a:schemeClr val="accent6"/>
                </a:solidFill>
              </a:rPr>
              <a:t>Account Setup  </a:t>
            </a:r>
            <a:r>
              <a:rPr lang="en-US" dirty="0"/>
              <a:t>-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(15 mins)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dirty="0"/>
              <a:t>GitHub Account: Personal or Enterprise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dirty="0"/>
              <a:t>Copilot licensing: Individual vs Team</a:t>
            </a:r>
            <a:endParaRPr lang="en-US" sz="4000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BF3A3925-A3B1-EFAD-BC48-05777FB9EC92}"/>
              </a:ext>
            </a:extLst>
          </p:cNvPr>
          <p:cNvSpPr txBox="1">
            <a:spLocks/>
          </p:cNvSpPr>
          <p:nvPr/>
        </p:nvSpPr>
        <p:spPr>
          <a:xfrm>
            <a:off x="10344152" y="4584503"/>
            <a:ext cx="6784973" cy="2311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457200" indent="-457200" algn="l" defTabSz="1828800" rtl="0" eaLnBrk="1" latinLnBrk="0" hangingPunct="1">
              <a:lnSpc>
                <a:spcPct val="130000"/>
              </a:lnSpc>
              <a:spcBef>
                <a:spcPts val="2000"/>
              </a:spcBef>
              <a:buClr>
                <a:schemeClr val="accent5"/>
              </a:buClr>
              <a:buSzPct val="80000"/>
              <a:buFont typeface="Arial" panose="020B0604020202020204" pitchFamily="34" charset="0"/>
              <a:buChar char="•"/>
              <a:defRPr lang="en-US" sz="2800" b="0" i="0" kern="120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5"/>
              </a:buClr>
              <a:buSzPct val="80000"/>
              <a:buFont typeface="Arial" panose="020B0604020202020204" pitchFamily="34" charset="0"/>
              <a:buChar char="•"/>
              <a:defRPr lang="en-US" sz="2800" b="0" i="0" kern="120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5"/>
              </a:buClr>
              <a:buSzPct val="80000"/>
              <a:buFont typeface="Arial" panose="020B0604020202020204" pitchFamily="34" charset="0"/>
              <a:buChar char="•"/>
              <a:defRPr lang="en-US" sz="2800" b="0" i="0" kern="120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5"/>
              </a:buClr>
              <a:buSzPct val="80000"/>
              <a:buFont typeface="Arial" panose="020B0604020202020204" pitchFamily="34" charset="0"/>
              <a:buChar char="•"/>
              <a:defRPr lang="en-US" sz="2000" b="0" i="0" kern="120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5"/>
              </a:buClr>
              <a:buSzPct val="80000"/>
              <a:buFont typeface="Arial" panose="020B0604020202020204" pitchFamily="34" charset="0"/>
              <a:buChar char="•"/>
              <a:defRPr lang="en-US" sz="2000" b="0" i="0" kern="120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42950" indent="-742950">
              <a:lnSpc>
                <a:spcPct val="110000"/>
              </a:lnSpc>
              <a:buFont typeface="+mj-lt"/>
              <a:buAutoNum type="arabicPeriod" startAt="2"/>
            </a:pPr>
            <a:r>
              <a:rPr lang="en-US" sz="3200" dirty="0">
                <a:solidFill>
                  <a:schemeClr val="accent6"/>
                </a:solidFill>
              </a:rPr>
              <a:t>IDE Integration</a:t>
            </a:r>
            <a:r>
              <a:rPr lang="en-US" dirty="0"/>
              <a:t>-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(15 mins)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dirty="0"/>
              <a:t>VS Code setup </a:t>
            </a:r>
            <a:r>
              <a:rPr lang="en-US" sz="2000" i="1" dirty="0"/>
              <a:t>(recommended)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dirty="0"/>
              <a:t>JetBrains integration </a:t>
            </a:r>
            <a:r>
              <a:rPr lang="en-US" sz="2000" i="1" dirty="0"/>
              <a:t>(if needed)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dirty="0"/>
              <a:t>Other: </a:t>
            </a:r>
            <a:r>
              <a:rPr lang="en-US" dirty="0" err="1"/>
              <a:t>Neovim</a:t>
            </a:r>
            <a:r>
              <a:rPr lang="en-US" dirty="0"/>
              <a:t>, Visual Studio</a:t>
            </a:r>
            <a:endParaRPr lang="en-US" sz="4000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D2D4988B-AD22-21A1-AC7D-39723B815705}"/>
              </a:ext>
            </a:extLst>
          </p:cNvPr>
          <p:cNvSpPr txBox="1">
            <a:spLocks/>
          </p:cNvSpPr>
          <p:nvPr/>
        </p:nvSpPr>
        <p:spPr>
          <a:xfrm>
            <a:off x="10344152" y="7419126"/>
            <a:ext cx="7616824" cy="1709379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457200" indent="-457200" algn="l" defTabSz="1828800" rtl="0" eaLnBrk="1" latinLnBrk="0" hangingPunct="1">
              <a:lnSpc>
                <a:spcPct val="130000"/>
              </a:lnSpc>
              <a:spcBef>
                <a:spcPts val="2000"/>
              </a:spcBef>
              <a:buClr>
                <a:schemeClr val="accent5"/>
              </a:buClr>
              <a:buSzPct val="80000"/>
              <a:buFont typeface="Arial" panose="020B0604020202020204" pitchFamily="34" charset="0"/>
              <a:buChar char="•"/>
              <a:defRPr lang="en-US" sz="2800" b="0" i="0" kern="120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5"/>
              </a:buClr>
              <a:buSzPct val="80000"/>
              <a:buFont typeface="Arial" panose="020B0604020202020204" pitchFamily="34" charset="0"/>
              <a:buChar char="•"/>
              <a:defRPr lang="en-US" sz="2800" b="0" i="0" kern="120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5"/>
              </a:buClr>
              <a:buSzPct val="80000"/>
              <a:buFont typeface="Arial" panose="020B0604020202020204" pitchFamily="34" charset="0"/>
              <a:buChar char="•"/>
              <a:defRPr lang="en-US" sz="2800" b="0" i="0" kern="120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5"/>
              </a:buClr>
              <a:buSzPct val="80000"/>
              <a:buFont typeface="Arial" panose="020B0604020202020204" pitchFamily="34" charset="0"/>
              <a:buChar char="•"/>
              <a:defRPr lang="en-US" sz="2000" b="0" i="0" kern="120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5"/>
              </a:buClr>
              <a:buSzPct val="80000"/>
              <a:buFont typeface="Arial" panose="020B0604020202020204" pitchFamily="34" charset="0"/>
              <a:buChar char="•"/>
              <a:defRPr lang="en-US" sz="2000" b="0" i="0" kern="120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42950" indent="-742950">
              <a:lnSpc>
                <a:spcPct val="110000"/>
              </a:lnSpc>
              <a:buFont typeface="+mj-lt"/>
              <a:buAutoNum type="arabicPeriod" startAt="3"/>
            </a:pPr>
            <a:r>
              <a:rPr lang="en-US" sz="3200" dirty="0">
                <a:solidFill>
                  <a:schemeClr val="accent6"/>
                </a:solidFill>
              </a:rPr>
              <a:t>CLI and Web Interface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(15 mins)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dirty="0"/>
              <a:t>Install and configure Copilot CLI</a:t>
            </a:r>
            <a:endParaRPr lang="en-US" sz="2000" i="1" dirty="0"/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dirty="0"/>
              <a:t>Explore Copilot in the GitHub web UI</a:t>
            </a:r>
            <a:endParaRPr lang="en-US" sz="4000" dirty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0F3B85CA-6F4B-6483-3C93-78E56CA6C020}"/>
              </a:ext>
            </a:extLst>
          </p:cNvPr>
          <p:cNvSpPr txBox="1">
            <a:spLocks/>
          </p:cNvSpPr>
          <p:nvPr/>
        </p:nvSpPr>
        <p:spPr>
          <a:xfrm>
            <a:off x="10344152" y="9651533"/>
            <a:ext cx="7616824" cy="1709379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457200" indent="-457200" algn="l" defTabSz="1828800" rtl="0" eaLnBrk="1" latinLnBrk="0" hangingPunct="1">
              <a:lnSpc>
                <a:spcPct val="130000"/>
              </a:lnSpc>
              <a:spcBef>
                <a:spcPts val="2000"/>
              </a:spcBef>
              <a:buClr>
                <a:schemeClr val="accent5"/>
              </a:buClr>
              <a:buSzPct val="80000"/>
              <a:buFont typeface="Arial" panose="020B0604020202020204" pitchFamily="34" charset="0"/>
              <a:buChar char="•"/>
              <a:defRPr lang="en-US" sz="2800" b="0" i="0" kern="120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5"/>
              </a:buClr>
              <a:buSzPct val="80000"/>
              <a:buFont typeface="Arial" panose="020B0604020202020204" pitchFamily="34" charset="0"/>
              <a:buChar char="•"/>
              <a:defRPr lang="en-US" sz="2800" b="0" i="0" kern="120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5"/>
              </a:buClr>
              <a:buSzPct val="80000"/>
              <a:buFont typeface="Arial" panose="020B0604020202020204" pitchFamily="34" charset="0"/>
              <a:buChar char="•"/>
              <a:defRPr lang="en-US" sz="2800" b="0" i="0" kern="120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5"/>
              </a:buClr>
              <a:buSzPct val="80000"/>
              <a:buFont typeface="Arial" panose="020B0604020202020204" pitchFamily="34" charset="0"/>
              <a:buChar char="•"/>
              <a:defRPr lang="en-US" sz="2000" b="0" i="0" kern="120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5"/>
              </a:buClr>
              <a:buSzPct val="80000"/>
              <a:buFont typeface="Arial" panose="020B0604020202020204" pitchFamily="34" charset="0"/>
              <a:buChar char="•"/>
              <a:defRPr lang="en-US" sz="2000" b="0" i="0" kern="120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42950" indent="-742950">
              <a:lnSpc>
                <a:spcPct val="110000"/>
              </a:lnSpc>
              <a:buFont typeface="+mj-lt"/>
              <a:buAutoNum type="arabicPeriod" startAt="4"/>
            </a:pPr>
            <a:r>
              <a:rPr lang="en-US" sz="3200" dirty="0">
                <a:solidFill>
                  <a:schemeClr val="accent6"/>
                </a:solidFill>
              </a:rPr>
              <a:t>Troubleshooting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(15 mins)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dirty="0"/>
              <a:t>Authentication &amp; authorization errors</a:t>
            </a:r>
            <a:endParaRPr lang="en-US" sz="2000" i="1" dirty="0"/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dirty="0"/>
              <a:t>Proxy, firewall, or connectivity issues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15510271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AFF82-4371-D8D9-4DCA-D81219C6C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74F19C7-9E7A-1A83-5630-3204CD8E7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9219" y="816537"/>
            <a:ext cx="22529804" cy="1031821"/>
          </a:xfrm>
        </p:spPr>
        <p:txBody>
          <a:bodyPr/>
          <a:lstStyle/>
          <a:p>
            <a:r>
              <a:rPr lang="en-US" dirty="0"/>
              <a:t>Getting Started with GitHub Copilot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CBD48DB-0907-6DE2-4BEB-5A4974C4938B}"/>
              </a:ext>
            </a:extLst>
          </p:cNvPr>
          <p:cNvSpPr txBox="1">
            <a:spLocks/>
          </p:cNvSpPr>
          <p:nvPr/>
        </p:nvSpPr>
        <p:spPr>
          <a:xfrm>
            <a:off x="1489219" y="6149641"/>
            <a:ext cx="4889648" cy="1014893"/>
          </a:xfrm>
          <a:prstGeom prst="rect">
            <a:avLst/>
          </a:prstGeom>
        </p:spPr>
        <p:txBody>
          <a:bodyPr vert="horz" wrap="square" lIns="0" tIns="0" rIns="0" bIns="91440" rtlCol="0" anchor="t">
            <a:sp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b="0" i="0" kern="1200" spc="-15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Agenda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AA59617-5872-AF70-9319-80DB508878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908673" y="2489673"/>
            <a:ext cx="8988133" cy="1978234"/>
          </a:xfrm>
        </p:spPr>
        <p:txBody>
          <a:bodyPr/>
          <a:lstStyle/>
          <a:p>
            <a:pPr marL="742950" indent="-742950">
              <a:lnSpc>
                <a:spcPct val="110000"/>
              </a:lnSpc>
              <a:buAutoNum type="arabicPeriod"/>
            </a:pPr>
            <a:r>
              <a:rPr lang="en-US" sz="2400" dirty="0">
                <a:solidFill>
                  <a:schemeClr val="accent6"/>
                </a:solidFill>
              </a:rPr>
              <a:t>Introduction to GitHub Copilot</a:t>
            </a:r>
            <a:r>
              <a:rPr lang="en-US" sz="2400" dirty="0"/>
              <a:t>- </a:t>
            </a:r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(20 mins)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What is Copilot?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LLM basics (GPT-4 vs GPT-3.5)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Where Copilot fits into your workflow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A9AD6362-2D06-FE38-A7CF-DF4CEFBC5FA2}"/>
              </a:ext>
            </a:extLst>
          </p:cNvPr>
          <p:cNvSpPr txBox="1">
            <a:spLocks/>
          </p:cNvSpPr>
          <p:nvPr/>
        </p:nvSpPr>
        <p:spPr>
          <a:xfrm>
            <a:off x="5908672" y="4840633"/>
            <a:ext cx="7959727" cy="1443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457200" indent="-457200" algn="l" defTabSz="1828800" rtl="0" eaLnBrk="1" latinLnBrk="0" hangingPunct="1">
              <a:lnSpc>
                <a:spcPct val="130000"/>
              </a:lnSpc>
              <a:spcBef>
                <a:spcPts val="2000"/>
              </a:spcBef>
              <a:buClr>
                <a:schemeClr val="accent5"/>
              </a:buClr>
              <a:buSzPct val="80000"/>
              <a:buFont typeface="Arial" panose="020B0604020202020204" pitchFamily="34" charset="0"/>
              <a:buChar char="•"/>
              <a:defRPr lang="en-US" sz="2800" b="0" i="0" kern="120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5"/>
              </a:buClr>
              <a:buSzPct val="80000"/>
              <a:buFont typeface="Arial" panose="020B0604020202020204" pitchFamily="34" charset="0"/>
              <a:buChar char="•"/>
              <a:defRPr lang="en-US" sz="2800" b="0" i="0" kern="120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5"/>
              </a:buClr>
              <a:buSzPct val="80000"/>
              <a:buFont typeface="Arial" panose="020B0604020202020204" pitchFamily="34" charset="0"/>
              <a:buChar char="•"/>
              <a:defRPr lang="en-US" sz="2800" b="0" i="0" kern="120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5"/>
              </a:buClr>
              <a:buSzPct val="80000"/>
              <a:buFont typeface="Arial" panose="020B0604020202020204" pitchFamily="34" charset="0"/>
              <a:buChar char="•"/>
              <a:defRPr lang="en-US" sz="2000" b="0" i="0" kern="120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5"/>
              </a:buClr>
              <a:buSzPct val="80000"/>
              <a:buFont typeface="Arial" panose="020B0604020202020204" pitchFamily="34" charset="0"/>
              <a:buChar char="•"/>
              <a:defRPr lang="en-US" sz="2000" b="0" i="0" kern="120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42950" indent="-742950">
              <a:lnSpc>
                <a:spcPct val="110000"/>
              </a:lnSpc>
              <a:buFont typeface="+mj-lt"/>
              <a:buAutoNum type="arabicPeriod" startAt="2"/>
            </a:pPr>
            <a:r>
              <a:rPr lang="en-US" sz="2400" dirty="0">
                <a:solidFill>
                  <a:schemeClr val="accent6"/>
                </a:solidFill>
              </a:rPr>
              <a:t>Overview of Copilot Tools </a:t>
            </a:r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(10 mins)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IDE usage: Inline, panel, chat</a:t>
            </a:r>
            <a:endParaRPr lang="en-US" sz="2400" i="1" dirty="0"/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CLI commands and GitHub web UI</a:t>
            </a:r>
            <a:endParaRPr lang="en-US" sz="2400" i="1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D64C8E9E-9E54-4B00-8C2B-945629BFEEA0}"/>
              </a:ext>
            </a:extLst>
          </p:cNvPr>
          <p:cNvSpPr txBox="1">
            <a:spLocks/>
          </p:cNvSpPr>
          <p:nvPr/>
        </p:nvSpPr>
        <p:spPr>
          <a:xfrm>
            <a:off x="5908672" y="6662288"/>
            <a:ext cx="8988132" cy="1443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457200" indent="-457200" algn="l" defTabSz="1828800" rtl="0" eaLnBrk="1" latinLnBrk="0" hangingPunct="1">
              <a:lnSpc>
                <a:spcPct val="130000"/>
              </a:lnSpc>
              <a:spcBef>
                <a:spcPts val="2000"/>
              </a:spcBef>
              <a:buClr>
                <a:schemeClr val="accent5"/>
              </a:buClr>
              <a:buSzPct val="80000"/>
              <a:buFont typeface="Arial" panose="020B0604020202020204" pitchFamily="34" charset="0"/>
              <a:buChar char="•"/>
              <a:defRPr lang="en-US" sz="2800" b="0" i="0" kern="120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5"/>
              </a:buClr>
              <a:buSzPct val="80000"/>
              <a:buFont typeface="Arial" panose="020B0604020202020204" pitchFamily="34" charset="0"/>
              <a:buChar char="•"/>
              <a:defRPr lang="en-US" sz="2800" b="0" i="0" kern="120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5"/>
              </a:buClr>
              <a:buSzPct val="80000"/>
              <a:buFont typeface="Arial" panose="020B0604020202020204" pitchFamily="34" charset="0"/>
              <a:buChar char="•"/>
              <a:defRPr lang="en-US" sz="2800" b="0" i="0" kern="120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5"/>
              </a:buClr>
              <a:buSzPct val="80000"/>
              <a:buFont typeface="Arial" panose="020B0604020202020204" pitchFamily="34" charset="0"/>
              <a:buChar char="•"/>
              <a:defRPr lang="en-US" sz="2000" b="0" i="0" kern="120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5"/>
              </a:buClr>
              <a:buSzPct val="80000"/>
              <a:buFont typeface="Arial" panose="020B0604020202020204" pitchFamily="34" charset="0"/>
              <a:buChar char="•"/>
              <a:defRPr lang="en-US" sz="2000" b="0" i="0" kern="120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42950" indent="-742950">
              <a:lnSpc>
                <a:spcPct val="110000"/>
              </a:lnSpc>
              <a:buFont typeface="+mj-lt"/>
              <a:buAutoNum type="arabicPeriod" startAt="3"/>
            </a:pPr>
            <a:r>
              <a:rPr lang="en-US" sz="2400" dirty="0">
                <a:solidFill>
                  <a:schemeClr val="accent6"/>
                </a:solidFill>
              </a:rPr>
              <a:t>Hands-On: Exploring Copilot Modes </a:t>
            </a:r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(30 mins)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Install and configure Copilot CLI</a:t>
            </a:r>
            <a:endParaRPr lang="en-US" sz="2400" i="1" dirty="0"/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Explore Copilot in the GitHub web UI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CD2813AE-D737-E3C0-C9D5-132F79CB1559}"/>
              </a:ext>
            </a:extLst>
          </p:cNvPr>
          <p:cNvSpPr txBox="1">
            <a:spLocks/>
          </p:cNvSpPr>
          <p:nvPr/>
        </p:nvSpPr>
        <p:spPr>
          <a:xfrm>
            <a:off x="5908672" y="8478743"/>
            <a:ext cx="7616824" cy="2512739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457200" indent="-457200" algn="l" defTabSz="1828800" rtl="0" eaLnBrk="1" latinLnBrk="0" hangingPunct="1">
              <a:lnSpc>
                <a:spcPct val="130000"/>
              </a:lnSpc>
              <a:spcBef>
                <a:spcPts val="2000"/>
              </a:spcBef>
              <a:buClr>
                <a:schemeClr val="accent5"/>
              </a:buClr>
              <a:buSzPct val="80000"/>
              <a:buFont typeface="Arial" panose="020B0604020202020204" pitchFamily="34" charset="0"/>
              <a:buChar char="•"/>
              <a:defRPr lang="en-US" sz="2800" b="0" i="0" kern="120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5"/>
              </a:buClr>
              <a:buSzPct val="80000"/>
              <a:buFont typeface="Arial" panose="020B0604020202020204" pitchFamily="34" charset="0"/>
              <a:buChar char="•"/>
              <a:defRPr lang="en-US" sz="2800" b="0" i="0" kern="120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5"/>
              </a:buClr>
              <a:buSzPct val="80000"/>
              <a:buFont typeface="Arial" panose="020B0604020202020204" pitchFamily="34" charset="0"/>
              <a:buChar char="•"/>
              <a:defRPr lang="en-US" sz="2800" b="0" i="0" kern="120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5"/>
              </a:buClr>
              <a:buSzPct val="80000"/>
              <a:buFont typeface="Arial" panose="020B0604020202020204" pitchFamily="34" charset="0"/>
              <a:buChar char="•"/>
              <a:defRPr lang="en-US" sz="2000" b="0" i="0" kern="120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5"/>
              </a:buClr>
              <a:buSzPct val="80000"/>
              <a:buFont typeface="Arial" panose="020B0604020202020204" pitchFamily="34" charset="0"/>
              <a:buChar char="•"/>
              <a:defRPr lang="en-US" sz="2000" b="0" i="0" kern="120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42950" indent="-742950">
              <a:lnSpc>
                <a:spcPct val="110000"/>
              </a:lnSpc>
              <a:buFont typeface="+mj-lt"/>
              <a:buAutoNum type="arabicPeriod" startAt="4"/>
            </a:pPr>
            <a:r>
              <a:rPr lang="en-US" sz="2400" dirty="0">
                <a:solidFill>
                  <a:schemeClr val="accent6"/>
                </a:solidFill>
              </a:rPr>
              <a:t>Example Use Cases </a:t>
            </a:r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(20 mins)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Generate CRUD endpoints</a:t>
            </a:r>
            <a:endParaRPr lang="en-US" sz="2400" i="1" dirty="0"/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Add comments and docstrings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Translate Python to JavaScript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Use with shell scripts and </a:t>
            </a:r>
            <a:r>
              <a:rPr lang="en-US" sz="2400" dirty="0" err="1"/>
              <a:t>Dockerfiles</a:t>
            </a:r>
            <a:endParaRPr lang="en-US" sz="2400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2C22530C-2213-8CC7-B9F8-508B7AEE1031}"/>
              </a:ext>
            </a:extLst>
          </p:cNvPr>
          <p:cNvSpPr txBox="1">
            <a:spLocks/>
          </p:cNvSpPr>
          <p:nvPr/>
        </p:nvSpPr>
        <p:spPr>
          <a:xfrm>
            <a:off x="13868399" y="2489673"/>
            <a:ext cx="8078639" cy="1443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457200" indent="-457200" algn="l" defTabSz="1828800" rtl="0" eaLnBrk="1" latinLnBrk="0" hangingPunct="1">
              <a:lnSpc>
                <a:spcPct val="130000"/>
              </a:lnSpc>
              <a:spcBef>
                <a:spcPts val="2000"/>
              </a:spcBef>
              <a:buClr>
                <a:schemeClr val="accent5"/>
              </a:buClr>
              <a:buSzPct val="80000"/>
              <a:buFont typeface="Arial" panose="020B0604020202020204" pitchFamily="34" charset="0"/>
              <a:buChar char="•"/>
              <a:defRPr lang="en-US" sz="2800" b="0" i="0" kern="120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5"/>
              </a:buClr>
              <a:buSzPct val="80000"/>
              <a:buFont typeface="Arial" panose="020B0604020202020204" pitchFamily="34" charset="0"/>
              <a:buChar char="•"/>
              <a:defRPr lang="en-US" sz="2800" b="0" i="0" kern="120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5"/>
              </a:buClr>
              <a:buSzPct val="80000"/>
              <a:buFont typeface="Arial" panose="020B0604020202020204" pitchFamily="34" charset="0"/>
              <a:buChar char="•"/>
              <a:defRPr lang="en-US" sz="2800" b="0" i="0" kern="120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5"/>
              </a:buClr>
              <a:buSzPct val="80000"/>
              <a:buFont typeface="Arial" panose="020B0604020202020204" pitchFamily="34" charset="0"/>
              <a:buChar char="•"/>
              <a:defRPr lang="en-US" sz="2000" b="0" i="0" kern="120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5"/>
              </a:buClr>
              <a:buSzPct val="80000"/>
              <a:buFont typeface="Arial" panose="020B0604020202020204" pitchFamily="34" charset="0"/>
              <a:buChar char="•"/>
              <a:defRPr lang="en-US" sz="2000" b="0" i="0" kern="120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42950" indent="-742950">
              <a:lnSpc>
                <a:spcPct val="110000"/>
              </a:lnSpc>
              <a:buFont typeface="+mj-lt"/>
              <a:buAutoNum type="arabicPeriod" startAt="5"/>
            </a:pPr>
            <a:r>
              <a:rPr lang="en-US" sz="2400" dirty="0">
                <a:solidFill>
                  <a:schemeClr val="accent6"/>
                </a:solidFill>
              </a:rPr>
              <a:t>Best Practices </a:t>
            </a:r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(10 mins)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Use comments for guidance</a:t>
            </a:r>
            <a:endParaRPr lang="en-US" sz="2400" i="1" dirty="0"/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Write partial code for better completions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4169F8-B6BE-1956-A876-D5970261CF76}"/>
              </a:ext>
            </a:extLst>
          </p:cNvPr>
          <p:cNvSpPr txBox="1">
            <a:spLocks/>
          </p:cNvSpPr>
          <p:nvPr/>
        </p:nvSpPr>
        <p:spPr>
          <a:xfrm>
            <a:off x="13868399" y="4840633"/>
            <a:ext cx="8078639" cy="1443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457200" indent="-457200" algn="l" defTabSz="1828800" rtl="0" eaLnBrk="1" latinLnBrk="0" hangingPunct="1">
              <a:lnSpc>
                <a:spcPct val="130000"/>
              </a:lnSpc>
              <a:spcBef>
                <a:spcPts val="2000"/>
              </a:spcBef>
              <a:buClr>
                <a:schemeClr val="accent5"/>
              </a:buClr>
              <a:buSzPct val="80000"/>
              <a:buFont typeface="Arial" panose="020B0604020202020204" pitchFamily="34" charset="0"/>
              <a:buChar char="•"/>
              <a:defRPr lang="en-US" sz="2800" b="0" i="0" kern="120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5"/>
              </a:buClr>
              <a:buSzPct val="80000"/>
              <a:buFont typeface="Arial" panose="020B0604020202020204" pitchFamily="34" charset="0"/>
              <a:buChar char="•"/>
              <a:defRPr lang="en-US" sz="2800" b="0" i="0" kern="120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5"/>
              </a:buClr>
              <a:buSzPct val="80000"/>
              <a:buFont typeface="Arial" panose="020B0604020202020204" pitchFamily="34" charset="0"/>
              <a:buChar char="•"/>
              <a:defRPr lang="en-US" sz="2800" b="0" i="0" kern="120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5"/>
              </a:buClr>
              <a:buSzPct val="80000"/>
              <a:buFont typeface="Arial" panose="020B0604020202020204" pitchFamily="34" charset="0"/>
              <a:buChar char="•"/>
              <a:defRPr lang="en-US" sz="2000" b="0" i="0" kern="120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5"/>
              </a:buClr>
              <a:buSzPct val="80000"/>
              <a:buFont typeface="Arial" panose="020B0604020202020204" pitchFamily="34" charset="0"/>
              <a:buChar char="•"/>
              <a:defRPr lang="en-US" sz="2000" b="0" i="0" kern="120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42950" indent="-742950">
              <a:lnSpc>
                <a:spcPct val="110000"/>
              </a:lnSpc>
              <a:buFont typeface="+mj-lt"/>
              <a:buAutoNum type="arabicPeriod" startAt="6"/>
            </a:pPr>
            <a:r>
              <a:rPr lang="en-US" sz="2400" dirty="0">
                <a:solidFill>
                  <a:schemeClr val="accent6"/>
                </a:solidFill>
              </a:rPr>
              <a:t>Open Q&amp;A </a:t>
            </a:r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(10 – 15 mins)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Collect and answer live participant questions</a:t>
            </a:r>
            <a:endParaRPr lang="en-US" sz="2400" i="1" dirty="0"/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Clarify concepts and reinforce learning</a:t>
            </a:r>
          </a:p>
        </p:txBody>
      </p:sp>
    </p:spTree>
    <p:extLst>
      <p:ext uri="{BB962C8B-B14F-4D97-AF65-F5344CB8AC3E}">
        <p14:creationId xmlns:p14="http://schemas.microsoft.com/office/powerpoint/2010/main" val="654471097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5189C-CE75-E680-9FAC-03BF45C0D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3F9F8022-57B4-4DB8-D76B-BC8002A42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769" y="914400"/>
            <a:ext cx="22529804" cy="1031821"/>
          </a:xfrm>
        </p:spPr>
        <p:txBody>
          <a:bodyPr/>
          <a:lstStyle/>
          <a:p>
            <a:r>
              <a:rPr lang="en-US" dirty="0"/>
              <a:t>Introducing GitHub Copilot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20DF05DD-E998-6F8C-D418-2DD39AA8CD39}"/>
              </a:ext>
            </a:extLst>
          </p:cNvPr>
          <p:cNvSpPr txBox="1">
            <a:spLocks/>
          </p:cNvSpPr>
          <p:nvPr/>
        </p:nvSpPr>
        <p:spPr>
          <a:xfrm>
            <a:off x="936770" y="1882839"/>
            <a:ext cx="22529802" cy="860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1828800" rtl="0" eaLnBrk="1" latinLnBrk="0" hangingPunct="1">
              <a:lnSpc>
                <a:spcPct val="130000"/>
              </a:lnSpc>
              <a:spcBef>
                <a:spcPts val="2000"/>
              </a:spcBef>
              <a:buFont typeface="Arial" panose="020B0604020202020204" pitchFamily="34" charset="0"/>
              <a:buNone/>
              <a:defRPr lang="en-US" sz="4400" b="0" i="0" kern="1200" dirty="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Open Sans" pitchFamily="2" charset="0"/>
              </a:defRPr>
            </a:lvl1pPr>
            <a:lvl2pPr marL="1371600" indent="-457200" algn="l" defTabSz="18288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800" b="0" i="0" kern="1200" dirty="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800" b="0" i="0" kern="1200" dirty="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000" b="0" i="0" kern="1200" dirty="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000" b="0" i="0" kern="1200" dirty="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>
                <a:solidFill>
                  <a:schemeClr val="accent1"/>
                </a:solidFill>
              </a:rPr>
              <a:t>What is GitHub Copilot?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61D23DA-6D1E-B821-0404-C4F8E78CA6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36626" y="3472058"/>
            <a:ext cx="16544549" cy="7452105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sz="4000" dirty="0"/>
              <a:t>AI-powered code generator "pair programmer" by GitHub and OpenAI.</a:t>
            </a:r>
          </a:p>
          <a:p>
            <a:pPr>
              <a:lnSpc>
                <a:spcPct val="110000"/>
              </a:lnSpc>
            </a:pPr>
            <a:r>
              <a:rPr lang="en-US" sz="4000" dirty="0"/>
              <a:t>Generate, document, explain, fix, and test code.</a:t>
            </a:r>
          </a:p>
          <a:p>
            <a:pPr>
              <a:lnSpc>
                <a:spcPct val="110000"/>
              </a:lnSpc>
            </a:pPr>
            <a:r>
              <a:rPr lang="en-US" sz="4000" dirty="0"/>
              <a:t>Works with all popular programming languages.</a:t>
            </a:r>
          </a:p>
          <a:p>
            <a:pPr>
              <a:lnSpc>
                <a:spcPct val="110000"/>
              </a:lnSpc>
            </a:pPr>
            <a:r>
              <a:rPr lang="en-US" sz="4000" dirty="0"/>
              <a:t>Accelerates developer productivity significantly.</a:t>
            </a:r>
          </a:p>
          <a:p>
            <a:pPr lvl="1">
              <a:lnSpc>
                <a:spcPct val="110000"/>
              </a:lnSpc>
            </a:pPr>
            <a:r>
              <a:rPr lang="en-US" sz="4000" dirty="0"/>
              <a:t>55% faster overall productivity.</a:t>
            </a:r>
          </a:p>
          <a:p>
            <a:pPr lvl="1">
              <a:lnSpc>
                <a:spcPct val="110000"/>
              </a:lnSpc>
            </a:pPr>
            <a:r>
              <a:rPr lang="en-US" sz="4000" dirty="0"/>
              <a:t>74% of developers feel more engaged with meaningful work.</a:t>
            </a:r>
          </a:p>
          <a:p>
            <a:pPr lvl="1">
              <a:lnSpc>
                <a:spcPct val="110000"/>
              </a:lnSpc>
            </a:pPr>
            <a:r>
              <a:rPr lang="en-US" sz="4000" dirty="0"/>
              <a:t>46% of new code written by AI.</a:t>
            </a:r>
          </a:p>
          <a:p>
            <a:pPr>
              <a:lnSpc>
                <a:spcPct val="110000"/>
              </a:lnSpc>
              <a:buFont typeface="Arial,Sans-Serif" panose="020B0604020202020204" pitchFamily="34" charset="0"/>
            </a:pPr>
            <a:r>
              <a:rPr lang="en-US" sz="4000" dirty="0"/>
              <a:t>Integrates with IDEs: VS Code, Visual Studio, JetBrains and Vim/</a:t>
            </a:r>
            <a:r>
              <a:rPr lang="en-US" sz="4000" dirty="0" err="1"/>
              <a:t>Neovim</a:t>
            </a:r>
            <a:r>
              <a:rPr lang="en-US" sz="4000" dirty="0"/>
              <a:t> as well as GitHub.com and GitHub CLI.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7E65425-AE03-4768-A98F-C3CF3E143FB0}"/>
              </a:ext>
            </a:extLst>
          </p:cNvPr>
          <p:cNvGrpSpPr/>
          <p:nvPr/>
        </p:nvGrpSpPr>
        <p:grpSpPr>
          <a:xfrm>
            <a:off x="18489188" y="3472058"/>
            <a:ext cx="4326482" cy="5731832"/>
            <a:chOff x="19123923" y="4532228"/>
            <a:chExt cx="2974817" cy="3941112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183A0F3A-F25F-D0FE-4670-3404F6259E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6870" r="41045"/>
            <a:stretch/>
          </p:blipFill>
          <p:spPr>
            <a:xfrm>
              <a:off x="19123923" y="6756325"/>
              <a:ext cx="2974817" cy="883570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8854CFF6-EBF1-C3AD-77CF-6C843A15E1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60843" r="-279"/>
            <a:stretch/>
          </p:blipFill>
          <p:spPr>
            <a:xfrm>
              <a:off x="19523511" y="7783718"/>
              <a:ext cx="2175638" cy="689622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pic>
          <p:nvPicPr>
            <p:cNvPr id="27" name="Picture 26" descr="A orange and black cartoon face&#10;&#10;Description automatically generated with medium confidence">
              <a:extLst>
                <a:ext uri="{FF2B5EF4-FFF2-40B4-BE49-F238E27FC236}">
                  <a16:creationId xmlns:a16="http://schemas.microsoft.com/office/drawing/2014/main" id="{094F4387-9D53-ACD3-B6FE-5916EE142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9572322" y="4532228"/>
              <a:ext cx="2076224" cy="2076224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</p:grpSp>
    </p:spTree>
    <p:extLst>
      <p:ext uri="{BB962C8B-B14F-4D97-AF65-F5344CB8AC3E}">
        <p14:creationId xmlns:p14="http://schemas.microsoft.com/office/powerpoint/2010/main" val="866710243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96AE1-D687-B957-5FFA-58EDA3E3B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A29064DA-412E-ABDE-3A57-775EB1886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769" y="914400"/>
            <a:ext cx="22529804" cy="1031821"/>
          </a:xfrm>
        </p:spPr>
        <p:txBody>
          <a:bodyPr/>
          <a:lstStyle/>
          <a:p>
            <a:r>
              <a:rPr lang="en-US" dirty="0"/>
              <a:t>How GitHub Copilot Works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A60C71EF-9825-02A7-7ED3-EBF5D30A2021}"/>
              </a:ext>
            </a:extLst>
          </p:cNvPr>
          <p:cNvSpPr txBox="1">
            <a:spLocks/>
          </p:cNvSpPr>
          <p:nvPr/>
        </p:nvSpPr>
        <p:spPr>
          <a:xfrm>
            <a:off x="936770" y="1882839"/>
            <a:ext cx="22529802" cy="860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1828800" rtl="0" eaLnBrk="1" latinLnBrk="0" hangingPunct="1">
              <a:lnSpc>
                <a:spcPct val="130000"/>
              </a:lnSpc>
              <a:spcBef>
                <a:spcPts val="2000"/>
              </a:spcBef>
              <a:buFont typeface="Arial" panose="020B0604020202020204" pitchFamily="34" charset="0"/>
              <a:buNone/>
              <a:defRPr lang="en-US" sz="4400" b="0" i="0" kern="1200" dirty="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Open Sans" pitchFamily="2" charset="0"/>
              </a:defRPr>
            </a:lvl1pPr>
            <a:lvl2pPr marL="1371600" indent="-457200" algn="l" defTabSz="18288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800" b="0" i="0" kern="1200" dirty="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800" b="0" i="0" kern="1200" dirty="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000" b="0" i="0" kern="1200" dirty="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000" b="0" i="0" kern="1200" dirty="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dirty="0">
                <a:solidFill>
                  <a:schemeClr val="accent1"/>
                </a:solidFill>
              </a:rPr>
              <a:t>AI-Powered by Multiple Large Language Models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1446F2-B76A-558D-BE83-98D2EC8270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36769" y="3427130"/>
            <a:ext cx="19789631" cy="6544164"/>
          </a:xfrm>
        </p:spPr>
        <p:txBody>
          <a:bodyPr vert="horz" lIns="0" tIns="0" rIns="0" bIns="0" rtlCol="0" anchor="t">
            <a:spAutoFit/>
          </a:bodyPr>
          <a:lstStyle/>
          <a:p>
            <a:r>
              <a:rPr lang="en-US" sz="4000" dirty="0"/>
              <a:t>Originally powered by Codex, essentially a specialized version of GPT-3, fine-tuned for programming tasks.</a:t>
            </a:r>
            <a:endParaRPr lang="en-US" sz="4000" dirty="0">
              <a:cs typeface="Arial"/>
            </a:endParaRPr>
          </a:p>
          <a:p>
            <a:r>
              <a:rPr lang="en-US" sz="4000" dirty="0"/>
              <a:t>OpenAI has since merged its programming capabilities into the broader GPT-4 model.</a:t>
            </a:r>
            <a:endParaRPr lang="en-US" sz="4000" dirty="0">
              <a:cs typeface="Arial"/>
            </a:endParaRPr>
          </a:p>
          <a:p>
            <a:r>
              <a:rPr lang="en-US" sz="4000" dirty="0"/>
              <a:t>Expect continuous improvement as the underlying models evolve.</a:t>
            </a:r>
            <a:endParaRPr lang="en-US" sz="4000" dirty="0">
              <a:cs typeface="Arial"/>
            </a:endParaRPr>
          </a:p>
          <a:p>
            <a:r>
              <a:rPr lang="en-US" sz="4000" dirty="0">
                <a:cs typeface="Arial"/>
              </a:rPr>
              <a:t>None of your data is shared with OpenAI! For business accounts data is private and not used for tuning.</a:t>
            </a:r>
          </a:p>
          <a:p>
            <a:r>
              <a:rPr lang="en-US" sz="4000" dirty="0">
                <a:cs typeface="Arial"/>
              </a:rPr>
              <a:t>All models run on GitHub infrastructure and tuned by GitHub.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1648777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A3836-B4F9-E0EB-7356-3B41D6DCF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9574E34-4DFB-0662-AA94-3BDE6818E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9219" y="816537"/>
            <a:ext cx="22529804" cy="1031821"/>
          </a:xfrm>
        </p:spPr>
        <p:txBody>
          <a:bodyPr/>
          <a:lstStyle/>
          <a:p>
            <a:r>
              <a:rPr lang="en-US" dirty="0"/>
              <a:t>Prompt Engineering for GitHub Copilot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C851E37-41CA-3E8C-D8E3-12B7CBE62E07}"/>
              </a:ext>
            </a:extLst>
          </p:cNvPr>
          <p:cNvSpPr txBox="1">
            <a:spLocks/>
          </p:cNvSpPr>
          <p:nvPr/>
        </p:nvSpPr>
        <p:spPr>
          <a:xfrm>
            <a:off x="1489219" y="6149641"/>
            <a:ext cx="4889648" cy="1014893"/>
          </a:xfrm>
          <a:prstGeom prst="rect">
            <a:avLst/>
          </a:prstGeom>
        </p:spPr>
        <p:txBody>
          <a:bodyPr vert="horz" wrap="square" lIns="0" tIns="0" rIns="0" bIns="91440" rtlCol="0" anchor="t">
            <a:sp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b="0" i="0" kern="1200" spc="-15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Agenda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0AE7646A-8BE2-2609-F914-ECC6250D86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908673" y="2489673"/>
            <a:ext cx="8988133" cy="1443729"/>
          </a:xfrm>
        </p:spPr>
        <p:txBody>
          <a:bodyPr/>
          <a:lstStyle/>
          <a:p>
            <a:pPr marL="742950" indent="-742950">
              <a:lnSpc>
                <a:spcPct val="110000"/>
              </a:lnSpc>
              <a:buAutoNum type="arabicPeriod"/>
            </a:pPr>
            <a:r>
              <a:rPr lang="en-US" sz="2400" dirty="0">
                <a:solidFill>
                  <a:schemeClr val="accent6"/>
                </a:solidFill>
              </a:rPr>
              <a:t>What is Prompt Engineering </a:t>
            </a:r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(15 mins)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Why prompting matters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Real-world impact on Copilot results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CC8A1BF-7930-9DD6-9C31-092572A04911}"/>
              </a:ext>
            </a:extLst>
          </p:cNvPr>
          <p:cNvSpPr txBox="1">
            <a:spLocks/>
          </p:cNvSpPr>
          <p:nvPr/>
        </p:nvSpPr>
        <p:spPr>
          <a:xfrm>
            <a:off x="5908673" y="4403263"/>
            <a:ext cx="7959727" cy="19782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457200" indent="-457200" algn="l" defTabSz="1828800" rtl="0" eaLnBrk="1" latinLnBrk="0" hangingPunct="1">
              <a:lnSpc>
                <a:spcPct val="130000"/>
              </a:lnSpc>
              <a:spcBef>
                <a:spcPts val="2000"/>
              </a:spcBef>
              <a:buClr>
                <a:schemeClr val="accent5"/>
              </a:buClr>
              <a:buSzPct val="80000"/>
              <a:buFont typeface="Arial" panose="020B0604020202020204" pitchFamily="34" charset="0"/>
              <a:buChar char="•"/>
              <a:defRPr lang="en-US" sz="2800" b="0" i="0" kern="120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5"/>
              </a:buClr>
              <a:buSzPct val="80000"/>
              <a:buFont typeface="Arial" panose="020B0604020202020204" pitchFamily="34" charset="0"/>
              <a:buChar char="•"/>
              <a:defRPr lang="en-US" sz="2800" b="0" i="0" kern="120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5"/>
              </a:buClr>
              <a:buSzPct val="80000"/>
              <a:buFont typeface="Arial" panose="020B0604020202020204" pitchFamily="34" charset="0"/>
              <a:buChar char="•"/>
              <a:defRPr lang="en-US" sz="2800" b="0" i="0" kern="120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5"/>
              </a:buClr>
              <a:buSzPct val="80000"/>
              <a:buFont typeface="Arial" panose="020B0604020202020204" pitchFamily="34" charset="0"/>
              <a:buChar char="•"/>
              <a:defRPr lang="en-US" sz="2000" b="0" i="0" kern="120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5"/>
              </a:buClr>
              <a:buSzPct val="80000"/>
              <a:buFont typeface="Arial" panose="020B0604020202020204" pitchFamily="34" charset="0"/>
              <a:buChar char="•"/>
              <a:defRPr lang="en-US" sz="2000" b="0" i="0" kern="120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42950" indent="-742950">
              <a:lnSpc>
                <a:spcPct val="110000"/>
              </a:lnSpc>
              <a:buFont typeface="+mj-lt"/>
              <a:buAutoNum type="arabicPeriod" startAt="2"/>
            </a:pPr>
            <a:r>
              <a:rPr lang="en-US" sz="2400" dirty="0">
                <a:solidFill>
                  <a:schemeClr val="accent6"/>
                </a:solidFill>
              </a:rPr>
              <a:t>Understanding Tokens &amp; Context </a:t>
            </a:r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(15 mins)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What are tokens?</a:t>
            </a:r>
            <a:endParaRPr lang="en-US" sz="2400" i="1" dirty="0"/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Context window limitations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File/folder scope and history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D4626AAC-F622-4703-7640-A1C21FA32FB4}"/>
              </a:ext>
            </a:extLst>
          </p:cNvPr>
          <p:cNvSpPr txBox="1">
            <a:spLocks/>
          </p:cNvSpPr>
          <p:nvPr/>
        </p:nvSpPr>
        <p:spPr>
          <a:xfrm>
            <a:off x="5908673" y="6851358"/>
            <a:ext cx="8988132" cy="19782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457200" indent="-457200" algn="l" defTabSz="1828800" rtl="0" eaLnBrk="1" latinLnBrk="0" hangingPunct="1">
              <a:lnSpc>
                <a:spcPct val="130000"/>
              </a:lnSpc>
              <a:spcBef>
                <a:spcPts val="2000"/>
              </a:spcBef>
              <a:buClr>
                <a:schemeClr val="accent5"/>
              </a:buClr>
              <a:buSzPct val="80000"/>
              <a:buFont typeface="Arial" panose="020B0604020202020204" pitchFamily="34" charset="0"/>
              <a:buChar char="•"/>
              <a:defRPr lang="en-US" sz="2800" b="0" i="0" kern="120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5"/>
              </a:buClr>
              <a:buSzPct val="80000"/>
              <a:buFont typeface="Arial" panose="020B0604020202020204" pitchFamily="34" charset="0"/>
              <a:buChar char="•"/>
              <a:defRPr lang="en-US" sz="2800" b="0" i="0" kern="120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5"/>
              </a:buClr>
              <a:buSzPct val="80000"/>
              <a:buFont typeface="Arial" panose="020B0604020202020204" pitchFamily="34" charset="0"/>
              <a:buChar char="•"/>
              <a:defRPr lang="en-US" sz="2800" b="0" i="0" kern="120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5"/>
              </a:buClr>
              <a:buSzPct val="80000"/>
              <a:buFont typeface="Arial" panose="020B0604020202020204" pitchFamily="34" charset="0"/>
              <a:buChar char="•"/>
              <a:defRPr lang="en-US" sz="2000" b="0" i="0" kern="120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5"/>
              </a:buClr>
              <a:buSzPct val="80000"/>
              <a:buFont typeface="Arial" panose="020B0604020202020204" pitchFamily="34" charset="0"/>
              <a:buChar char="•"/>
              <a:defRPr lang="en-US" sz="2000" b="0" i="0" kern="120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42950" indent="-742950">
              <a:lnSpc>
                <a:spcPct val="110000"/>
              </a:lnSpc>
              <a:buFont typeface="+mj-lt"/>
              <a:buAutoNum type="arabicPeriod" startAt="3"/>
            </a:pPr>
            <a:r>
              <a:rPr lang="en-US" sz="2400" dirty="0">
                <a:solidFill>
                  <a:schemeClr val="accent6"/>
                </a:solidFill>
              </a:rPr>
              <a:t>Writing Effective Prompts </a:t>
            </a:r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(20 mins)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Clear intent, short and specific</a:t>
            </a:r>
            <a:endParaRPr lang="en-US" sz="2400" i="1" dirty="0"/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Provide relevant context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Examples: </a:t>
            </a:r>
            <a:r>
              <a:rPr lang="en-US" sz="2400" dirty="0">
                <a:solidFill>
                  <a:schemeClr val="accent2"/>
                </a:solidFill>
              </a:rPr>
              <a:t>“Write a React form for…”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ED56C02F-BCBD-6295-8D7A-88DCBBA9E00C}"/>
              </a:ext>
            </a:extLst>
          </p:cNvPr>
          <p:cNvSpPr txBox="1">
            <a:spLocks/>
          </p:cNvSpPr>
          <p:nvPr/>
        </p:nvSpPr>
        <p:spPr>
          <a:xfrm>
            <a:off x="5908673" y="9299453"/>
            <a:ext cx="7616824" cy="1978234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457200" indent="-457200" algn="l" defTabSz="1828800" rtl="0" eaLnBrk="1" latinLnBrk="0" hangingPunct="1">
              <a:lnSpc>
                <a:spcPct val="130000"/>
              </a:lnSpc>
              <a:spcBef>
                <a:spcPts val="2000"/>
              </a:spcBef>
              <a:buClr>
                <a:schemeClr val="accent5"/>
              </a:buClr>
              <a:buSzPct val="80000"/>
              <a:buFont typeface="Arial" panose="020B0604020202020204" pitchFamily="34" charset="0"/>
              <a:buChar char="•"/>
              <a:defRPr lang="en-US" sz="2800" b="0" i="0" kern="120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5"/>
              </a:buClr>
              <a:buSzPct val="80000"/>
              <a:buFont typeface="Arial" panose="020B0604020202020204" pitchFamily="34" charset="0"/>
              <a:buChar char="•"/>
              <a:defRPr lang="en-US" sz="2800" b="0" i="0" kern="120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5"/>
              </a:buClr>
              <a:buSzPct val="80000"/>
              <a:buFont typeface="Arial" panose="020B0604020202020204" pitchFamily="34" charset="0"/>
              <a:buChar char="•"/>
              <a:defRPr lang="en-US" sz="2800" b="0" i="0" kern="120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5"/>
              </a:buClr>
              <a:buSzPct val="80000"/>
              <a:buFont typeface="Arial" panose="020B0604020202020204" pitchFamily="34" charset="0"/>
              <a:buChar char="•"/>
              <a:defRPr lang="en-US" sz="2000" b="0" i="0" kern="120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5"/>
              </a:buClr>
              <a:buSzPct val="80000"/>
              <a:buFont typeface="Arial" panose="020B0604020202020204" pitchFamily="34" charset="0"/>
              <a:buChar char="•"/>
              <a:defRPr lang="en-US" sz="2000" b="0" i="0" kern="120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42950" indent="-742950">
              <a:lnSpc>
                <a:spcPct val="110000"/>
              </a:lnSpc>
              <a:buFont typeface="+mj-lt"/>
              <a:buAutoNum type="arabicPeriod" startAt="4"/>
            </a:pPr>
            <a:r>
              <a:rPr lang="en-US" sz="2400" dirty="0">
                <a:solidFill>
                  <a:schemeClr val="accent6"/>
                </a:solidFill>
              </a:rPr>
              <a:t>Advanced Prompt Techniques </a:t>
            </a:r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(20 mins)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Iterative refinement</a:t>
            </a:r>
            <a:endParaRPr lang="en-US" sz="2400" i="1" dirty="0"/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Step-by-step prompting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Role prompting: </a:t>
            </a:r>
            <a:r>
              <a:rPr lang="en-US" sz="2400" dirty="0">
                <a:solidFill>
                  <a:schemeClr val="accent2"/>
                </a:solidFill>
              </a:rPr>
              <a:t>“Act as a senior developer…”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674A4249-B590-972A-170A-B09F0353DCE9}"/>
              </a:ext>
            </a:extLst>
          </p:cNvPr>
          <p:cNvSpPr txBox="1">
            <a:spLocks/>
          </p:cNvSpPr>
          <p:nvPr/>
        </p:nvSpPr>
        <p:spPr>
          <a:xfrm>
            <a:off x="13868399" y="2489673"/>
            <a:ext cx="8078639" cy="30472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457200" indent="-457200" algn="l" defTabSz="1828800" rtl="0" eaLnBrk="1" latinLnBrk="0" hangingPunct="1">
              <a:lnSpc>
                <a:spcPct val="130000"/>
              </a:lnSpc>
              <a:spcBef>
                <a:spcPts val="2000"/>
              </a:spcBef>
              <a:buClr>
                <a:schemeClr val="accent5"/>
              </a:buClr>
              <a:buSzPct val="80000"/>
              <a:buFont typeface="Arial" panose="020B0604020202020204" pitchFamily="34" charset="0"/>
              <a:buChar char="•"/>
              <a:defRPr lang="en-US" sz="2800" b="0" i="0" kern="120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5"/>
              </a:buClr>
              <a:buSzPct val="80000"/>
              <a:buFont typeface="Arial" panose="020B0604020202020204" pitchFamily="34" charset="0"/>
              <a:buChar char="•"/>
              <a:defRPr lang="en-US" sz="2800" b="0" i="0" kern="120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5"/>
              </a:buClr>
              <a:buSzPct val="80000"/>
              <a:buFont typeface="Arial" panose="020B0604020202020204" pitchFamily="34" charset="0"/>
              <a:buChar char="•"/>
              <a:defRPr lang="en-US" sz="2800" b="0" i="0" kern="120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5"/>
              </a:buClr>
              <a:buSzPct val="80000"/>
              <a:buFont typeface="Arial" panose="020B0604020202020204" pitchFamily="34" charset="0"/>
              <a:buChar char="•"/>
              <a:defRPr lang="en-US" sz="2000" b="0" i="0" kern="120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5"/>
              </a:buClr>
              <a:buSzPct val="80000"/>
              <a:buFont typeface="Arial" panose="020B0604020202020204" pitchFamily="34" charset="0"/>
              <a:buChar char="•"/>
              <a:defRPr lang="en-US" sz="2000" b="0" i="0" kern="120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42950" indent="-742950">
              <a:lnSpc>
                <a:spcPct val="110000"/>
              </a:lnSpc>
              <a:buFont typeface="+mj-lt"/>
              <a:buAutoNum type="arabicPeriod" startAt="5"/>
            </a:pPr>
            <a:r>
              <a:rPr lang="en-US" sz="2400" dirty="0">
                <a:solidFill>
                  <a:schemeClr val="accent6"/>
                </a:solidFill>
              </a:rPr>
              <a:t>Hands-On Lab: Prompt Writing </a:t>
            </a:r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(30 mins)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Improve bad prompts</a:t>
            </a:r>
            <a:endParaRPr lang="en-US" sz="2400" i="1" dirty="0"/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Write prompts for:</a:t>
            </a:r>
          </a:p>
          <a:p>
            <a:pPr lvl="2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Unit tests</a:t>
            </a:r>
          </a:p>
          <a:p>
            <a:pPr lvl="2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Markdown documentation</a:t>
            </a:r>
          </a:p>
          <a:p>
            <a:pPr lvl="2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Code translation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559E0A-B399-CDA4-9455-CFC5E66B1FF4}"/>
              </a:ext>
            </a:extLst>
          </p:cNvPr>
          <p:cNvSpPr txBox="1">
            <a:spLocks/>
          </p:cNvSpPr>
          <p:nvPr/>
        </p:nvSpPr>
        <p:spPr>
          <a:xfrm>
            <a:off x="13868398" y="6006778"/>
            <a:ext cx="8078639" cy="1443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457200" indent="-457200" algn="l" defTabSz="1828800" rtl="0" eaLnBrk="1" latinLnBrk="0" hangingPunct="1">
              <a:lnSpc>
                <a:spcPct val="130000"/>
              </a:lnSpc>
              <a:spcBef>
                <a:spcPts val="2000"/>
              </a:spcBef>
              <a:buClr>
                <a:schemeClr val="accent5"/>
              </a:buClr>
              <a:buSzPct val="80000"/>
              <a:buFont typeface="Arial" panose="020B0604020202020204" pitchFamily="34" charset="0"/>
              <a:buChar char="•"/>
              <a:defRPr lang="en-US" sz="2800" b="0" i="0" kern="120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5"/>
              </a:buClr>
              <a:buSzPct val="80000"/>
              <a:buFont typeface="Arial" panose="020B0604020202020204" pitchFamily="34" charset="0"/>
              <a:buChar char="•"/>
              <a:defRPr lang="en-US" sz="2800" b="0" i="0" kern="120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5"/>
              </a:buClr>
              <a:buSzPct val="80000"/>
              <a:buFont typeface="Arial" panose="020B0604020202020204" pitchFamily="34" charset="0"/>
              <a:buChar char="•"/>
              <a:defRPr lang="en-US" sz="2800" b="0" i="0" kern="120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5"/>
              </a:buClr>
              <a:buSzPct val="80000"/>
              <a:buFont typeface="Arial" panose="020B0604020202020204" pitchFamily="34" charset="0"/>
              <a:buChar char="•"/>
              <a:defRPr lang="en-US" sz="2000" b="0" i="0" kern="120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5"/>
              </a:buClr>
              <a:buSzPct val="80000"/>
              <a:buFont typeface="Arial" panose="020B0604020202020204" pitchFamily="34" charset="0"/>
              <a:buChar char="•"/>
              <a:defRPr lang="en-US" sz="2000" b="0" i="0" kern="120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42950" indent="-742950">
              <a:lnSpc>
                <a:spcPct val="110000"/>
              </a:lnSpc>
              <a:buFont typeface="+mj-lt"/>
              <a:buAutoNum type="arabicPeriod" startAt="6"/>
            </a:pPr>
            <a:r>
              <a:rPr lang="en-US" sz="2400" dirty="0">
                <a:solidFill>
                  <a:schemeClr val="accent6"/>
                </a:solidFill>
              </a:rPr>
              <a:t>Open Q&amp;A </a:t>
            </a:r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(10 – 15 mins)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Collect and answer live participant questions</a:t>
            </a:r>
            <a:endParaRPr lang="en-US" sz="2400" i="1" dirty="0"/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Clarify concepts and reinforce learning</a:t>
            </a:r>
          </a:p>
        </p:txBody>
      </p:sp>
    </p:spTree>
    <p:extLst>
      <p:ext uri="{BB962C8B-B14F-4D97-AF65-F5344CB8AC3E}">
        <p14:creationId xmlns:p14="http://schemas.microsoft.com/office/powerpoint/2010/main" val="854956123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F82B0-BC66-4BAF-DED1-7238DED90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5BB24FE5-DF5D-5977-AFEA-B95F82964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9219" y="816537"/>
            <a:ext cx="22529804" cy="1031821"/>
          </a:xfrm>
        </p:spPr>
        <p:txBody>
          <a:bodyPr/>
          <a:lstStyle/>
          <a:p>
            <a:r>
              <a:rPr lang="en-US" dirty="0"/>
              <a:t>Copilot Design Patterns and Best Practices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E926882-1270-4A36-C5DB-8658D228DEF2}"/>
              </a:ext>
            </a:extLst>
          </p:cNvPr>
          <p:cNvSpPr txBox="1">
            <a:spLocks/>
          </p:cNvSpPr>
          <p:nvPr/>
        </p:nvSpPr>
        <p:spPr>
          <a:xfrm>
            <a:off x="1489219" y="6149641"/>
            <a:ext cx="4889648" cy="1014893"/>
          </a:xfrm>
          <a:prstGeom prst="rect">
            <a:avLst/>
          </a:prstGeom>
        </p:spPr>
        <p:txBody>
          <a:bodyPr vert="horz" wrap="square" lIns="0" tIns="0" rIns="0" bIns="91440" rtlCol="0" anchor="t">
            <a:sp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b="0" i="0" kern="1200" spc="-15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Agenda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A2B64390-F713-F426-033D-867CD8BF2A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908673" y="2642073"/>
            <a:ext cx="8988133" cy="1443729"/>
          </a:xfrm>
        </p:spPr>
        <p:txBody>
          <a:bodyPr/>
          <a:lstStyle/>
          <a:p>
            <a:pPr marL="742950" indent="-742950">
              <a:lnSpc>
                <a:spcPct val="110000"/>
              </a:lnSpc>
              <a:buAutoNum type="arabicPeriod"/>
            </a:pPr>
            <a:r>
              <a:rPr lang="en-US" sz="2400" dirty="0">
                <a:solidFill>
                  <a:schemeClr val="accent6"/>
                </a:solidFill>
              </a:rPr>
              <a:t>Scaffolding with Copilot </a:t>
            </a:r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(15 mins)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Start with directory and file structures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Initial app scaffolding prompts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D150E1F9-4C57-C311-9F08-8C9BDB293475}"/>
              </a:ext>
            </a:extLst>
          </p:cNvPr>
          <p:cNvSpPr txBox="1">
            <a:spLocks/>
          </p:cNvSpPr>
          <p:nvPr/>
        </p:nvSpPr>
        <p:spPr>
          <a:xfrm>
            <a:off x="5908672" y="4590602"/>
            <a:ext cx="7959727" cy="1443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457200" indent="-457200" algn="l" defTabSz="1828800" rtl="0" eaLnBrk="1" latinLnBrk="0" hangingPunct="1">
              <a:lnSpc>
                <a:spcPct val="130000"/>
              </a:lnSpc>
              <a:spcBef>
                <a:spcPts val="2000"/>
              </a:spcBef>
              <a:buClr>
                <a:schemeClr val="accent5"/>
              </a:buClr>
              <a:buSzPct val="80000"/>
              <a:buFont typeface="Arial" panose="020B0604020202020204" pitchFamily="34" charset="0"/>
              <a:buChar char="•"/>
              <a:defRPr lang="en-US" sz="2800" b="0" i="0" kern="120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5"/>
              </a:buClr>
              <a:buSzPct val="80000"/>
              <a:buFont typeface="Arial" panose="020B0604020202020204" pitchFamily="34" charset="0"/>
              <a:buChar char="•"/>
              <a:defRPr lang="en-US" sz="2800" b="0" i="0" kern="120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5"/>
              </a:buClr>
              <a:buSzPct val="80000"/>
              <a:buFont typeface="Arial" panose="020B0604020202020204" pitchFamily="34" charset="0"/>
              <a:buChar char="•"/>
              <a:defRPr lang="en-US" sz="2800" b="0" i="0" kern="120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5"/>
              </a:buClr>
              <a:buSzPct val="80000"/>
              <a:buFont typeface="Arial" panose="020B0604020202020204" pitchFamily="34" charset="0"/>
              <a:buChar char="•"/>
              <a:defRPr lang="en-US" sz="2000" b="0" i="0" kern="120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5"/>
              </a:buClr>
              <a:buSzPct val="80000"/>
              <a:buFont typeface="Arial" panose="020B0604020202020204" pitchFamily="34" charset="0"/>
              <a:buChar char="•"/>
              <a:defRPr lang="en-US" sz="2000" b="0" i="0" kern="120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42950" indent="-742950">
              <a:lnSpc>
                <a:spcPct val="110000"/>
              </a:lnSpc>
              <a:buFont typeface="+mj-lt"/>
              <a:buAutoNum type="arabicPeriod" startAt="2"/>
            </a:pPr>
            <a:r>
              <a:rPr lang="en-US" sz="2400" dirty="0">
                <a:solidFill>
                  <a:schemeClr val="accent6"/>
                </a:solidFill>
              </a:rPr>
              <a:t>Working Incrementally </a:t>
            </a:r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(20 mins)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Break big tasks into small prompts</a:t>
            </a:r>
            <a:endParaRPr lang="en-US" sz="2400" i="1" dirty="0"/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Focus on one logical step at a time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6EAA522C-083A-F7D9-117E-992BA2B0AE6C}"/>
              </a:ext>
            </a:extLst>
          </p:cNvPr>
          <p:cNvSpPr txBox="1">
            <a:spLocks/>
          </p:cNvSpPr>
          <p:nvPr/>
        </p:nvSpPr>
        <p:spPr>
          <a:xfrm>
            <a:off x="5908674" y="6539131"/>
            <a:ext cx="8988132" cy="1443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457200" indent="-457200" algn="l" defTabSz="1828800" rtl="0" eaLnBrk="1" latinLnBrk="0" hangingPunct="1">
              <a:lnSpc>
                <a:spcPct val="130000"/>
              </a:lnSpc>
              <a:spcBef>
                <a:spcPts val="2000"/>
              </a:spcBef>
              <a:buClr>
                <a:schemeClr val="accent5"/>
              </a:buClr>
              <a:buSzPct val="80000"/>
              <a:buFont typeface="Arial" panose="020B0604020202020204" pitchFamily="34" charset="0"/>
              <a:buChar char="•"/>
              <a:defRPr lang="en-US" sz="2800" b="0" i="0" kern="120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5"/>
              </a:buClr>
              <a:buSzPct val="80000"/>
              <a:buFont typeface="Arial" panose="020B0604020202020204" pitchFamily="34" charset="0"/>
              <a:buChar char="•"/>
              <a:defRPr lang="en-US" sz="2800" b="0" i="0" kern="120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5"/>
              </a:buClr>
              <a:buSzPct val="80000"/>
              <a:buFont typeface="Arial" panose="020B0604020202020204" pitchFamily="34" charset="0"/>
              <a:buChar char="•"/>
              <a:defRPr lang="en-US" sz="2800" b="0" i="0" kern="120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5"/>
              </a:buClr>
              <a:buSzPct val="80000"/>
              <a:buFont typeface="Arial" panose="020B0604020202020204" pitchFamily="34" charset="0"/>
              <a:buChar char="•"/>
              <a:defRPr lang="en-US" sz="2000" b="0" i="0" kern="120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5"/>
              </a:buClr>
              <a:buSzPct val="80000"/>
              <a:buFont typeface="Arial" panose="020B0604020202020204" pitchFamily="34" charset="0"/>
              <a:buChar char="•"/>
              <a:defRPr lang="en-US" sz="2000" b="0" i="0" kern="120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42950" indent="-742950">
              <a:lnSpc>
                <a:spcPct val="110000"/>
              </a:lnSpc>
              <a:buFont typeface="+mj-lt"/>
              <a:buAutoNum type="arabicPeriod" startAt="3"/>
            </a:pPr>
            <a:r>
              <a:rPr lang="en-US" sz="2400" dirty="0">
                <a:solidFill>
                  <a:schemeClr val="accent6"/>
                </a:solidFill>
              </a:rPr>
              <a:t>Using Libraries and Conventions </a:t>
            </a:r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(15 mins)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Encourage Copilot to follow best practices</a:t>
            </a:r>
            <a:endParaRPr lang="en-US" sz="2400" i="1" dirty="0"/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Integrate common libraries (React, Flask, etc.)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28A33EC6-D05E-4741-D2A9-90E2F072FEFE}"/>
              </a:ext>
            </a:extLst>
          </p:cNvPr>
          <p:cNvSpPr txBox="1">
            <a:spLocks/>
          </p:cNvSpPr>
          <p:nvPr/>
        </p:nvSpPr>
        <p:spPr>
          <a:xfrm>
            <a:off x="5908672" y="8485286"/>
            <a:ext cx="7616824" cy="1443729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457200" indent="-457200" algn="l" defTabSz="1828800" rtl="0" eaLnBrk="1" latinLnBrk="0" hangingPunct="1">
              <a:lnSpc>
                <a:spcPct val="130000"/>
              </a:lnSpc>
              <a:spcBef>
                <a:spcPts val="2000"/>
              </a:spcBef>
              <a:buClr>
                <a:schemeClr val="accent5"/>
              </a:buClr>
              <a:buSzPct val="80000"/>
              <a:buFont typeface="Arial" panose="020B0604020202020204" pitchFamily="34" charset="0"/>
              <a:buChar char="•"/>
              <a:defRPr lang="en-US" sz="2800" b="0" i="0" kern="120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5"/>
              </a:buClr>
              <a:buSzPct val="80000"/>
              <a:buFont typeface="Arial" panose="020B0604020202020204" pitchFamily="34" charset="0"/>
              <a:buChar char="•"/>
              <a:defRPr lang="en-US" sz="2800" b="0" i="0" kern="120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5"/>
              </a:buClr>
              <a:buSzPct val="80000"/>
              <a:buFont typeface="Arial" panose="020B0604020202020204" pitchFamily="34" charset="0"/>
              <a:buChar char="•"/>
              <a:defRPr lang="en-US" sz="2800" b="0" i="0" kern="120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5"/>
              </a:buClr>
              <a:buSzPct val="80000"/>
              <a:buFont typeface="Arial" panose="020B0604020202020204" pitchFamily="34" charset="0"/>
              <a:buChar char="•"/>
              <a:defRPr lang="en-US" sz="2000" b="0" i="0" kern="120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5"/>
              </a:buClr>
              <a:buSzPct val="80000"/>
              <a:buFont typeface="Arial" panose="020B0604020202020204" pitchFamily="34" charset="0"/>
              <a:buChar char="•"/>
              <a:defRPr lang="en-US" sz="2000" b="0" i="0" kern="120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42950" indent="-742950">
              <a:lnSpc>
                <a:spcPct val="110000"/>
              </a:lnSpc>
              <a:buFont typeface="+mj-lt"/>
              <a:buAutoNum type="arabicPeriod" startAt="4"/>
            </a:pPr>
            <a:r>
              <a:rPr lang="en-US" sz="2400" dirty="0">
                <a:solidFill>
                  <a:schemeClr val="accent6"/>
                </a:solidFill>
              </a:rPr>
              <a:t>Coding Standards &amp; Linters </a:t>
            </a:r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(10 mins)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Setup </a:t>
            </a:r>
            <a:r>
              <a:rPr lang="en-US" sz="2400" dirty="0" err="1"/>
              <a:t>eslint</a:t>
            </a:r>
            <a:r>
              <a:rPr lang="en-US" sz="2400" dirty="0"/>
              <a:t>/prettier/black/etc.</a:t>
            </a:r>
            <a:endParaRPr lang="en-US" sz="2400" i="1" dirty="0"/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Enforce style for better completions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BDF67723-CFAB-E582-D05B-AB1B69D5E029}"/>
              </a:ext>
            </a:extLst>
          </p:cNvPr>
          <p:cNvSpPr txBox="1">
            <a:spLocks/>
          </p:cNvSpPr>
          <p:nvPr/>
        </p:nvSpPr>
        <p:spPr>
          <a:xfrm>
            <a:off x="13868397" y="2684888"/>
            <a:ext cx="8078639" cy="25127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457200" indent="-457200" algn="l" defTabSz="1828800" rtl="0" eaLnBrk="1" latinLnBrk="0" hangingPunct="1">
              <a:lnSpc>
                <a:spcPct val="130000"/>
              </a:lnSpc>
              <a:spcBef>
                <a:spcPts val="2000"/>
              </a:spcBef>
              <a:buClr>
                <a:schemeClr val="accent5"/>
              </a:buClr>
              <a:buSzPct val="80000"/>
              <a:buFont typeface="Arial" panose="020B0604020202020204" pitchFamily="34" charset="0"/>
              <a:buChar char="•"/>
              <a:defRPr lang="en-US" sz="2800" b="0" i="0" kern="120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5"/>
              </a:buClr>
              <a:buSzPct val="80000"/>
              <a:buFont typeface="Arial" panose="020B0604020202020204" pitchFamily="34" charset="0"/>
              <a:buChar char="•"/>
              <a:defRPr lang="en-US" sz="2800" b="0" i="0" kern="120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5"/>
              </a:buClr>
              <a:buSzPct val="80000"/>
              <a:buFont typeface="Arial" panose="020B0604020202020204" pitchFamily="34" charset="0"/>
              <a:buChar char="•"/>
              <a:defRPr lang="en-US" sz="2800" b="0" i="0" kern="120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5"/>
              </a:buClr>
              <a:buSzPct val="80000"/>
              <a:buFont typeface="Arial" panose="020B0604020202020204" pitchFamily="34" charset="0"/>
              <a:buChar char="•"/>
              <a:defRPr lang="en-US" sz="2000" b="0" i="0" kern="120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5"/>
              </a:buClr>
              <a:buSzPct val="80000"/>
              <a:buFont typeface="Arial" panose="020B0604020202020204" pitchFamily="34" charset="0"/>
              <a:buChar char="•"/>
              <a:defRPr lang="en-US" sz="2000" b="0" i="0" kern="120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42950" indent="-742950">
              <a:lnSpc>
                <a:spcPct val="110000"/>
              </a:lnSpc>
              <a:buFont typeface="+mj-lt"/>
              <a:buAutoNum type="arabicPeriod" startAt="5"/>
            </a:pPr>
            <a:r>
              <a:rPr lang="en-US" sz="2400" dirty="0">
                <a:solidFill>
                  <a:schemeClr val="accent6"/>
                </a:solidFill>
              </a:rPr>
              <a:t>Hands-On Design Pattern Labs </a:t>
            </a:r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(30 - 40 mins)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TDD with Copilot: write test, then implementation</a:t>
            </a:r>
            <a:endParaRPr lang="en-US" sz="2400" i="1" dirty="0"/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Refactor a function using Copilot Edit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Use Copilot for documentation-driven design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Generate mock data and error handling stubs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B70C42-D8A3-2276-18BF-789663F73AAC}"/>
              </a:ext>
            </a:extLst>
          </p:cNvPr>
          <p:cNvSpPr txBox="1">
            <a:spLocks/>
          </p:cNvSpPr>
          <p:nvPr/>
        </p:nvSpPr>
        <p:spPr>
          <a:xfrm>
            <a:off x="13868396" y="5701956"/>
            <a:ext cx="8078639" cy="1443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457200" indent="-457200" algn="l" defTabSz="1828800" rtl="0" eaLnBrk="1" latinLnBrk="0" hangingPunct="1">
              <a:lnSpc>
                <a:spcPct val="130000"/>
              </a:lnSpc>
              <a:spcBef>
                <a:spcPts val="2000"/>
              </a:spcBef>
              <a:buClr>
                <a:schemeClr val="accent5"/>
              </a:buClr>
              <a:buSzPct val="80000"/>
              <a:buFont typeface="Arial" panose="020B0604020202020204" pitchFamily="34" charset="0"/>
              <a:buChar char="•"/>
              <a:defRPr lang="en-US" sz="2800" b="0" i="0" kern="120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5"/>
              </a:buClr>
              <a:buSzPct val="80000"/>
              <a:buFont typeface="Arial" panose="020B0604020202020204" pitchFamily="34" charset="0"/>
              <a:buChar char="•"/>
              <a:defRPr lang="en-US" sz="2800" b="0" i="0" kern="120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5"/>
              </a:buClr>
              <a:buSzPct val="80000"/>
              <a:buFont typeface="Arial" panose="020B0604020202020204" pitchFamily="34" charset="0"/>
              <a:buChar char="•"/>
              <a:defRPr lang="en-US" sz="2800" b="0" i="0" kern="120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5"/>
              </a:buClr>
              <a:buSzPct val="80000"/>
              <a:buFont typeface="Arial" panose="020B0604020202020204" pitchFamily="34" charset="0"/>
              <a:buChar char="•"/>
              <a:defRPr lang="en-US" sz="2000" b="0" i="0" kern="120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5"/>
              </a:buClr>
              <a:buSzPct val="80000"/>
              <a:buFont typeface="Arial" panose="020B0604020202020204" pitchFamily="34" charset="0"/>
              <a:buChar char="•"/>
              <a:defRPr lang="en-US" sz="2000" b="0" i="0" kern="1200">
                <a:solidFill>
                  <a:schemeClr val="bg1"/>
                </a:solidFill>
                <a:latin typeface="+mn-lt"/>
                <a:ea typeface="Arial" panose="02000503000000020004" pitchFamily="2" charset="0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42950" indent="-742950">
              <a:lnSpc>
                <a:spcPct val="110000"/>
              </a:lnSpc>
              <a:buFont typeface="+mj-lt"/>
              <a:buAutoNum type="arabicPeriod" startAt="6"/>
            </a:pPr>
            <a:r>
              <a:rPr lang="en-US" sz="2400" dirty="0">
                <a:solidFill>
                  <a:schemeClr val="accent6"/>
                </a:solidFill>
              </a:rPr>
              <a:t>Recap and Feedback </a:t>
            </a:r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(10 – 15 mins)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Review takeaways, gather feedback</a:t>
            </a:r>
            <a:endParaRPr lang="en-US" sz="2400" i="1" dirty="0"/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Align on next steps and adoption success factors</a:t>
            </a:r>
          </a:p>
        </p:txBody>
      </p:sp>
    </p:spTree>
    <p:extLst>
      <p:ext uri="{BB962C8B-B14F-4D97-AF65-F5344CB8AC3E}">
        <p14:creationId xmlns:p14="http://schemas.microsoft.com/office/powerpoint/2010/main" val="970166586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1_Office Theme">
  <a:themeElements>
    <a:clrScheme name="Neudesic">
      <a:dk1>
        <a:srgbClr val="17262E"/>
      </a:dk1>
      <a:lt1>
        <a:srgbClr val="FFFFFF"/>
      </a:lt1>
      <a:dk2>
        <a:srgbClr val="0F4259"/>
      </a:dk2>
      <a:lt2>
        <a:srgbClr val="FFEBDB"/>
      </a:lt2>
      <a:accent1>
        <a:srgbClr val="F54A05"/>
      </a:accent1>
      <a:accent2>
        <a:srgbClr val="F76E38"/>
      </a:accent2>
      <a:accent3>
        <a:srgbClr val="1F333D"/>
      </a:accent3>
      <a:accent4>
        <a:srgbClr val="29ABE3"/>
      </a:accent4>
      <a:accent5>
        <a:srgbClr val="4A96B8"/>
      </a:accent5>
      <a:accent6>
        <a:srgbClr val="B8D6E3"/>
      </a:accent6>
      <a:hlink>
        <a:srgbClr val="28ABE2"/>
      </a:hlink>
      <a:folHlink>
        <a:srgbClr val="EA5B49"/>
      </a:folHlink>
    </a:clrScheme>
    <a:fontScheme name="Custom 3">
      <a:majorFont>
        <a:latin typeface="Poppins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udesic-Company-Overview_20241211" id="{A4DDAD1C-CFBD-E043-BE0E-4423F99EFC5A}" vid="{1BE3ABD4-295B-E446-8691-79CDBB02354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E32192DE779945A95BA98F3C4A0C2C" ma:contentTypeVersion="4" ma:contentTypeDescription="Create a new document." ma:contentTypeScope="" ma:versionID="2f36305d59d9926978b72277c3dea996">
  <xsd:schema xmlns:xsd="http://www.w3.org/2001/XMLSchema" xmlns:xs="http://www.w3.org/2001/XMLSchema" xmlns:p="http://schemas.microsoft.com/office/2006/metadata/properties" xmlns:ns2="64bf2fd4-c8e2-4b3a-a40d-5b0db1c1fa4b" targetNamespace="http://schemas.microsoft.com/office/2006/metadata/properties" ma:root="true" ma:fieldsID="993edde010ef31f5ad59563d1610a8c9" ns2:_="">
    <xsd:import namespace="64bf2fd4-c8e2-4b3a-a40d-5b0db1c1fa4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bf2fd4-c8e2-4b3a-a40d-5b0db1c1fa4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D62AD8F-8876-4F66-9DCF-6059AAE5018A}">
  <ds:schemaRefs>
    <ds:schemaRef ds:uri="64bf2fd4-c8e2-4b3a-a40d-5b0db1c1fa4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60750DB1-E486-4303-A20E-EDFDEFBD9DC5}">
  <ds:schemaRefs>
    <ds:schemaRef ds:uri="64bf2fd4-c8e2-4b3a-a40d-5b0db1c1fa4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C65AF0B6-9B5A-4C45-97D1-23C439B3253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1_Office Theme</Template>
  <TotalTime>192</TotalTime>
  <Words>989</Words>
  <Application>Microsoft Office PowerPoint</Application>
  <PresentationFormat>Custom</PresentationFormat>
  <Paragraphs>154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Wingdings</vt:lpstr>
      <vt:lpstr>Arial,Sans-Serif</vt:lpstr>
      <vt:lpstr>Poppins</vt:lpstr>
      <vt:lpstr>Arial</vt:lpstr>
      <vt:lpstr>Poppins SemiBold</vt:lpstr>
      <vt:lpstr>Aptos</vt:lpstr>
      <vt:lpstr>1_Office Theme</vt:lpstr>
      <vt:lpstr> GitHub CoPilot Training</vt:lpstr>
      <vt:lpstr>Training Schedule</vt:lpstr>
      <vt:lpstr>Setup and Installation</vt:lpstr>
      <vt:lpstr>Getting Started with GitHub Copilot</vt:lpstr>
      <vt:lpstr>Introducing GitHub Copilot</vt:lpstr>
      <vt:lpstr>How GitHub Copilot Works</vt:lpstr>
      <vt:lpstr>Prompt Engineering for GitHub Copilot</vt:lpstr>
      <vt:lpstr>Copilot Design Patterns and Best Practices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Ben Oppenheimer</dc:creator>
  <cp:keywords/>
  <dc:description/>
  <cp:lastModifiedBy>Brandon Rohrer</cp:lastModifiedBy>
  <cp:revision>2</cp:revision>
  <dcterms:created xsi:type="dcterms:W3CDTF">2025-04-01T18:12:42Z</dcterms:created>
  <dcterms:modified xsi:type="dcterms:W3CDTF">2025-06-04T16:41:04Z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0x01010033E32192DE779945A95BA98F3C4A0C2C</vt:lpwstr>
  </property>
</Properties>
</file>